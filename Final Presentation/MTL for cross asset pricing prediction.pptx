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5"/>
    <p:sldMasterId id="214748368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embeddedFontLst>
    <p:embeddedFont>
      <p:font typeface="Barlow Condensed Medium"/>
      <p:regular r:id="rId30"/>
      <p:bold r:id="rId31"/>
      <p:italic r:id="rId32"/>
      <p:boldItalic r:id="rId33"/>
    </p:embeddedFont>
    <p:embeddedFont>
      <p:font typeface="Barlow Condensed"/>
      <p:regular r:id="rId34"/>
      <p:bold r:id="rId35"/>
      <p:italic r:id="rId36"/>
      <p:boldItalic r:id="rId37"/>
    </p:embeddedFont>
    <p:embeddedFont>
      <p:font typeface="Noto Sans Symbols"/>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71C453-94B3-43F8-95EF-E614F48FB8E4}">
  <a:tblStyle styleId="{C471C453-94B3-43F8-95EF-E614F48FB8E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BarlowCondensedMedium-bold.fntdata"/><Relationship Id="rId30" Type="http://schemas.openxmlformats.org/officeDocument/2006/relationships/font" Target="fonts/BarlowCondensedMedium-regular.fntdata"/><Relationship Id="rId11" Type="http://schemas.openxmlformats.org/officeDocument/2006/relationships/slide" Target="slides/slide4.xml"/><Relationship Id="rId33" Type="http://schemas.openxmlformats.org/officeDocument/2006/relationships/font" Target="fonts/BarlowCondensedMedium-boldItalic.fntdata"/><Relationship Id="rId10" Type="http://schemas.openxmlformats.org/officeDocument/2006/relationships/slide" Target="slides/slide3.xml"/><Relationship Id="rId32" Type="http://schemas.openxmlformats.org/officeDocument/2006/relationships/font" Target="fonts/BarlowCondensedMedium-italic.fntdata"/><Relationship Id="rId13" Type="http://schemas.openxmlformats.org/officeDocument/2006/relationships/slide" Target="slides/slide6.xml"/><Relationship Id="rId35" Type="http://schemas.openxmlformats.org/officeDocument/2006/relationships/font" Target="fonts/BarlowCondensed-bold.fntdata"/><Relationship Id="rId12" Type="http://schemas.openxmlformats.org/officeDocument/2006/relationships/slide" Target="slides/slide5.xml"/><Relationship Id="rId34" Type="http://schemas.openxmlformats.org/officeDocument/2006/relationships/font" Target="fonts/BarlowCondensed-regular.fntdata"/><Relationship Id="rId15" Type="http://schemas.openxmlformats.org/officeDocument/2006/relationships/slide" Target="slides/slide8.xml"/><Relationship Id="rId37" Type="http://schemas.openxmlformats.org/officeDocument/2006/relationships/font" Target="fonts/BarlowCondensed-boldItalic.fntdata"/><Relationship Id="rId14" Type="http://schemas.openxmlformats.org/officeDocument/2006/relationships/slide" Target="slides/slide7.xml"/><Relationship Id="rId36" Type="http://schemas.openxmlformats.org/officeDocument/2006/relationships/font" Target="fonts/BarlowCondensed-italic.fntdata"/><Relationship Id="rId17" Type="http://schemas.openxmlformats.org/officeDocument/2006/relationships/slide" Target="slides/slide10.xml"/><Relationship Id="rId39" Type="http://schemas.openxmlformats.org/officeDocument/2006/relationships/font" Target="fonts/NotoSansSymbols-bold.fntdata"/><Relationship Id="rId16" Type="http://schemas.openxmlformats.org/officeDocument/2006/relationships/slide" Target="slides/slide9.xml"/><Relationship Id="rId38" Type="http://schemas.openxmlformats.org/officeDocument/2006/relationships/font" Target="fonts/NotoSansSymbols-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98ded7d274_2_25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Hi everyone. Today we are going to talk about our project focuses on 'Multitask Learning for Across-Asset Price Prediction.'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Under the mentorship of Hao Quan, we started from The Fundamentals of Machine Learning, then </a:t>
            </a:r>
            <a:r>
              <a:rPr lang="zh-CN"/>
              <a:t>gradually</a:t>
            </a:r>
            <a:r>
              <a:rPr lang="zh-CN"/>
              <a:t> explored how MTL can be used to predict financial markets. </a:t>
            </a:r>
            <a:endParaRPr/>
          </a:p>
        </p:txBody>
      </p:sp>
      <p:sp>
        <p:nvSpPr>
          <p:cNvPr id="323" name="Google Shape;323;g398ded7d274_2_2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a972c647b8_0_841:notes"/>
          <p:cNvSpPr/>
          <p:nvPr>
            <p:ph idx="2" type="sldImg"/>
          </p:nvPr>
        </p:nvSpPr>
        <p:spPr>
          <a:xfrm>
            <a:off x="-34486257" y="14789727"/>
            <a:ext cx="70778100" cy="39923100"/>
          </a:xfrm>
          <a:custGeom>
            <a:rect b="b" l="l" r="r" t="t"/>
            <a:pathLst>
              <a:path extrusionOk="0" h="120000" w="120000">
                <a:moveTo>
                  <a:pt x="0" y="0"/>
                </a:moveTo>
                <a:lnTo>
                  <a:pt x="120000" y="0"/>
                </a:lnTo>
                <a:lnTo>
                  <a:pt x="120000" y="120000"/>
                </a:lnTo>
                <a:lnTo>
                  <a:pt x="0" y="120000"/>
                </a:lnTo>
                <a:close/>
              </a:path>
            </a:pathLst>
          </a:custGeom>
          <a:noFill/>
          <a:ln cap="flat" cmpd="sng" w="12575">
            <a:solidFill>
              <a:srgbClr val="000000"/>
            </a:solidFill>
            <a:prstDash val="solid"/>
            <a:round/>
            <a:headEnd len="sm" w="sm" type="none"/>
            <a:tailEnd len="sm" w="sm" type="none"/>
          </a:ln>
        </p:spPr>
      </p:sp>
      <p:sp>
        <p:nvSpPr>
          <p:cNvPr id="330" name="Google Shape;330;g3a972c647b8_0_841:notes"/>
          <p:cNvSpPr txBox="1"/>
          <p:nvPr>
            <p:ph idx="1" type="body"/>
          </p:nvPr>
        </p:nvSpPr>
        <p:spPr>
          <a:xfrm>
            <a:off x="180460" y="56932877"/>
            <a:ext cx="1443900" cy="46581300"/>
          </a:xfrm>
          <a:prstGeom prst="rect">
            <a:avLst/>
          </a:prstGeom>
          <a:noFill/>
          <a:ln>
            <a:noFill/>
          </a:ln>
        </p:spPr>
        <p:txBody>
          <a:bodyPr anchorCtr="0" anchor="t" bIns="77250" lIns="154500" spcFirstLastPara="1" rIns="154500" wrap="square" tIns="7725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a7bb26df74_0_53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So, why did we choose this topic? If you look at the financial world, asset prices don't move in a vacuum. </a:t>
            </a:r>
            <a:br>
              <a:rPr lang="zh-CN">
                <a:solidFill>
                  <a:schemeClr val="dk1"/>
                </a:solidFill>
              </a:rPr>
            </a:br>
            <a:r>
              <a:rPr lang="zh-CN">
                <a:solidFill>
                  <a:schemeClr val="dk1"/>
                </a:solidFill>
              </a:rPr>
              <a:t>Stocks, commodities like Gold, and currencies are heavily interconnected. </a:t>
            </a:r>
            <a:br>
              <a:rPr lang="zh-CN">
                <a:solidFill>
                  <a:schemeClr val="dk1"/>
                </a:solidFill>
              </a:rPr>
            </a:br>
            <a:br>
              <a:rPr lang="zh-CN">
                <a:solidFill>
                  <a:schemeClr val="dk1"/>
                </a:solidFill>
              </a:rPr>
            </a:br>
            <a:r>
              <a:rPr lang="zh-CN">
                <a:solidFill>
                  <a:schemeClr val="dk1"/>
                </a:solidFill>
              </a:rPr>
              <a:t>However, traditional forecasting methods often treat every asset as an isolated time series. Our motivation was to move away from that isolation. </a:t>
            </a:r>
            <a:br>
              <a:rPr lang="zh-CN">
                <a:solidFill>
                  <a:schemeClr val="dk1"/>
                </a:solidFill>
              </a:rPr>
            </a:br>
            <a:br>
              <a:rPr lang="zh-CN">
                <a:solidFill>
                  <a:schemeClr val="dk1"/>
                </a:solidFill>
              </a:rPr>
            </a:br>
            <a:r>
              <a:rPr lang="zh-CN">
                <a:solidFill>
                  <a:schemeClr val="dk1"/>
                </a:solidFill>
              </a:rPr>
              <a:t>We wanted to use Multitask Learning to let our model 'share' information across different assets. The hypothesis is that by learning the shared features of the market, we can improve both the efficiency and the accuracy of our predictions compared to looking at one stock at a time.</a:t>
            </a:r>
            <a:endParaRPr/>
          </a:p>
        </p:txBody>
      </p:sp>
      <p:sp>
        <p:nvSpPr>
          <p:cNvPr id="343" name="Google Shape;343;g3a7bb26df74_0_5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a7bb26df74_0_55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g3a7bb26df74_0_5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98ded7d274_2_28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To build a strong foundation for this project, we began with two fundamental texts.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First, we read the opening chapters of </a:t>
            </a:r>
            <a:r>
              <a:rPr b="1" lang="zh-CN">
                <a:solidFill>
                  <a:schemeClr val="dk1"/>
                </a:solidFill>
              </a:rPr>
              <a:t>Hands-On Machine Learning by Géron</a:t>
            </a:r>
            <a:r>
              <a:rPr lang="zh-CN">
                <a:solidFill>
                  <a:schemeClr val="dk1"/>
                </a:solidFill>
              </a:rPr>
              <a:t>. This gave us the 'big picture'—understanding the end-to-end machine learning workflow. We learned how to properly split data to avoid data leakage, how to engineer features, and the critical importance of validating our models to prevent overfitting.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Then, we dived into the math using </a:t>
            </a:r>
            <a:r>
              <a:rPr b="1" lang="zh-CN">
                <a:solidFill>
                  <a:schemeClr val="dk1"/>
                </a:solidFill>
              </a:rPr>
              <a:t>An Introduction to Statistical Learning</a:t>
            </a:r>
            <a:r>
              <a:rPr lang="zh-CN">
                <a:solidFill>
                  <a:schemeClr val="dk1"/>
                </a:solidFill>
              </a:rPr>
              <a:t>. While we started with the statistical basics of regression and clustering, our main focus was </a:t>
            </a:r>
            <a:r>
              <a:rPr b="1" lang="zh-CN">
                <a:solidFill>
                  <a:schemeClr val="dk1"/>
                </a:solidFill>
              </a:rPr>
              <a:t>Chapter 10</a:t>
            </a:r>
            <a:r>
              <a:rPr lang="zh-CN">
                <a:solidFill>
                  <a:schemeClr val="dk1"/>
                </a:solidFill>
              </a:rPr>
              <a:t>. This section bridged the gap between traditional statistics and modern AI, teaching us the mathematical structure of Neural Networks—specifically how Perceptrons and Multilayer Perceptrons learn through backpropagation. This theoretical grounding was essential before we started writing any deep learning code."</a:t>
            </a:r>
            <a:endParaRPr>
              <a:solidFill>
                <a:schemeClr val="dk1"/>
              </a:solidFill>
            </a:endParaRPr>
          </a:p>
          <a:p>
            <a:pPr indent="0" lvl="0" marL="0" rtl="0" algn="l">
              <a:spcBef>
                <a:spcPts val="1200"/>
              </a:spcBef>
              <a:spcAft>
                <a:spcPts val="0"/>
              </a:spcAft>
              <a:buNone/>
            </a:pPr>
            <a:r>
              <a:t/>
            </a:r>
            <a:endParaRPr/>
          </a:p>
        </p:txBody>
      </p:sp>
      <p:sp>
        <p:nvSpPr>
          <p:cNvPr id="359" name="Google Shape;359;g398ded7d274_2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9a6118bcc_0_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Once we had the general ML foundation, we specialized in the specific techniques needed for our project.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CN">
                <a:solidFill>
                  <a:schemeClr val="dk1"/>
                </a:solidFill>
              </a:rPr>
              <a:t>We used Jason Brownlee’s guide on Time Series Forecasting to learn how to transform our financial data into a format a neural network could understand. We learned to use 'sliding windows' to frame time series forecasting as a supervised learning problem—using past data to predict future prices.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CN">
                <a:solidFill>
                  <a:schemeClr val="dk1"/>
                </a:solidFill>
              </a:rPr>
              <a:t>Finally, we studied the core theory behind our project: Rich Caruana’s seminal paper on Multitask Learning. This reading was crucial for understanding why our project should work. We learned that by training a model on multiple related tasks—like predicting Gold and Apple stocks simultaneously—the model can use a 'shared representation' to learn general market trends. This 'inductive transfer' helps the model distinguish true signals from noise better than if it were learning each asset in isolation."</a:t>
            </a:r>
            <a:endParaRPr>
              <a:solidFill>
                <a:schemeClr val="dk1"/>
              </a:solidFill>
            </a:endParaRPr>
          </a:p>
        </p:txBody>
      </p:sp>
      <p:sp>
        <p:nvSpPr>
          <p:cNvPr id="369" name="Google Shape;369;g3a9a6118bcc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a9a6118bcc_0_5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Our first baseline was </a:t>
            </a:r>
            <a:r>
              <a:rPr b="1" lang="zh-CN">
                <a:solidFill>
                  <a:schemeClr val="dk1"/>
                </a:solidFill>
              </a:rPr>
              <a:t>Linear Regression</a:t>
            </a:r>
            <a:r>
              <a:rPr lang="zh-CN">
                <a:solidFill>
                  <a:schemeClr val="dk1"/>
                </a:solidFill>
              </a:rPr>
              <a:t>. We chose this because it is the standard starting point for any predictive task. It attempts to predict the future price as a weighted sum of past prices.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Pros:</a:t>
            </a:r>
            <a:r>
              <a:rPr lang="zh-CN">
                <a:solidFill>
                  <a:schemeClr val="dk1"/>
                </a:solidFill>
              </a:rPr>
              <a:t> It is incredibly fast to train and mathematically easy to interpret.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Cons:</a:t>
            </a:r>
            <a:r>
              <a:rPr lang="zh-CN">
                <a:solidFill>
                  <a:schemeClr val="dk1"/>
                </a:solidFill>
              </a:rPr>
              <a:t> However, financial markets are rarely linear. As we expected, this model struggled to capture sudden market shifts, serving mostly as a benchmark to see how much better our Deep Learning models could perform."</a:t>
            </a:r>
            <a:endParaRPr>
              <a:solidFill>
                <a:schemeClr val="dk1"/>
              </a:solidFill>
            </a:endParaRPr>
          </a:p>
          <a:p>
            <a:pPr indent="0" lvl="0" marL="0" rtl="0" algn="l">
              <a:spcBef>
                <a:spcPts val="1200"/>
              </a:spcBef>
              <a:spcAft>
                <a:spcPts val="0"/>
              </a:spcAft>
              <a:buNone/>
            </a:pPr>
            <a:r>
              <a:t/>
            </a:r>
            <a:endParaRPr/>
          </a:p>
        </p:txBody>
      </p:sp>
      <p:sp>
        <p:nvSpPr>
          <p:cNvPr id="379" name="Google Shape;379;g3a9a6118bcc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a9a6118bcc_0_9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To address the limitations of the linear model, we moved to our second baseline: the </a:t>
            </a:r>
            <a:r>
              <a:rPr b="1" lang="zh-CN">
                <a:solidFill>
                  <a:schemeClr val="dk1"/>
                </a:solidFill>
              </a:rPr>
              <a:t>Feedforward Neural Network (FNN)</a:t>
            </a:r>
            <a:r>
              <a:rPr lang="zh-C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While Linear Regression assumes a straight-line relationship, the FNN allows us to step into the world of </a:t>
            </a:r>
            <a:r>
              <a:rPr b="1" lang="zh-CN">
                <a:solidFill>
                  <a:schemeClr val="dk1"/>
                </a:solidFill>
              </a:rPr>
              <a:t>Deep Learning</a:t>
            </a:r>
            <a:r>
              <a:rPr lang="zh-C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Structure:</a:t>
            </a:r>
            <a:r>
              <a:rPr lang="zh-CN">
                <a:solidFill>
                  <a:schemeClr val="dk1"/>
                </a:solidFill>
              </a:rPr>
              <a:t> As you can see in the diagram, information flows in one direction—from the input layer (our historical prices), through 'hidden layers', to the output.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Why it helps:</a:t>
            </a:r>
            <a:r>
              <a:rPr lang="zh-CN">
                <a:solidFill>
                  <a:schemeClr val="dk1"/>
                </a:solidFill>
              </a:rPr>
              <a:t> The key here is these hidden layers. By stacking them, the network can learn non-linear patterns and complex features that a simple regression model would miss.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Configuration:</a:t>
            </a:r>
            <a:r>
              <a:rPr lang="zh-CN">
                <a:solidFill>
                  <a:schemeClr val="dk1"/>
                </a:solidFill>
              </a:rPr>
              <a:t> For our project, we tuned specific hyperparameters. Which  gave us a balance between capturing market volatility and keeping the model efficient to train."</a:t>
            </a:r>
            <a:br>
              <a:rPr lang="zh-CN">
                <a:solidFill>
                  <a:schemeClr val="dk1"/>
                </a:solidFill>
              </a:rPr>
            </a:br>
            <a:br>
              <a:rPr lang="zh-CN">
                <a:solidFill>
                  <a:schemeClr val="dk1"/>
                </a:solidFill>
              </a:rPr>
            </a:br>
            <a:r>
              <a:rPr lang="zh-CN">
                <a:solidFill>
                  <a:schemeClr val="dk1"/>
                </a:solidFill>
              </a:rPr>
              <a:t>So, we have established our baselines: Linear Regression (simple but limited) and FNN (powerful but treated as a single task). Now, </a:t>
            </a:r>
            <a:r>
              <a:rPr b="1" lang="zh-CN">
                <a:solidFill>
                  <a:schemeClr val="dk1"/>
                </a:solidFill>
              </a:rPr>
              <a:t>Wu</a:t>
            </a:r>
            <a:r>
              <a:rPr lang="zh-CN">
                <a:solidFill>
                  <a:schemeClr val="dk1"/>
                </a:solidFill>
              </a:rPr>
              <a:t> will explain how we took this FNN architecture and evolved it into a </a:t>
            </a:r>
            <a:r>
              <a:rPr b="1" lang="zh-CN">
                <a:solidFill>
                  <a:schemeClr val="dk1"/>
                </a:solidFill>
              </a:rPr>
              <a:t>Multitask Learning</a:t>
            </a:r>
            <a:r>
              <a:rPr lang="zh-CN">
                <a:solidFill>
                  <a:schemeClr val="dk1"/>
                </a:solidFill>
              </a:rPr>
              <a:t> model to predict multiple assets simultaneously."</a:t>
            </a:r>
            <a:endParaRPr>
              <a:solidFill>
                <a:schemeClr val="dk1"/>
              </a:solidFill>
            </a:endParaRPr>
          </a:p>
          <a:p>
            <a:pPr indent="0" lvl="0" marL="0" rtl="0" algn="l">
              <a:spcBef>
                <a:spcPts val="1200"/>
              </a:spcBef>
              <a:spcAft>
                <a:spcPts val="0"/>
              </a:spcAft>
              <a:buNone/>
            </a:pPr>
            <a:r>
              <a:t/>
            </a:r>
            <a:endParaRPr/>
          </a:p>
        </p:txBody>
      </p:sp>
      <p:sp>
        <p:nvSpPr>
          <p:cNvPr id="389" name="Google Shape;389;g3a9a6118bcc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a972c647b8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“Multitask Learning simply means training one model to do several tasks at the same time. Think of it like a student who learns math and physics together — understanding one often helps with the other. MTL works in a similar way.”</a:t>
            </a:r>
            <a:endParaRPr/>
          </a:p>
          <a:p>
            <a:pPr indent="0" lvl="0" marL="0" rtl="0" algn="l">
              <a:spcBef>
                <a:spcPts val="0"/>
              </a:spcBef>
              <a:spcAft>
                <a:spcPts val="0"/>
              </a:spcAft>
              <a:buNone/>
            </a:pPr>
            <a:r>
              <a:rPr lang="zh-CN">
                <a:solidFill>
                  <a:schemeClr val="dk1"/>
                </a:solidFill>
              </a:rPr>
              <a:t>“The key idea is </a:t>
            </a:r>
            <a:r>
              <a:rPr i="1" lang="zh-CN">
                <a:solidFill>
                  <a:schemeClr val="dk1"/>
                </a:solidFill>
              </a:rPr>
              <a:t>shared learning</a:t>
            </a:r>
            <a:r>
              <a:rPr lang="zh-CN">
                <a:solidFill>
                  <a:schemeClr val="dk1"/>
                </a:solidFill>
              </a:rPr>
              <a:t>. The early layers of the model learn patterns that are useful for all tasks, like general shapes in images or general grammar in text. Then each task has its own output layer for what makes it unique. This structure helps the model learn both what’s common and what’s different.”</a:t>
            </a:r>
            <a:endParaRPr/>
          </a:p>
        </p:txBody>
      </p:sp>
      <p:sp>
        <p:nvSpPr>
          <p:cNvPr id="399" name="Google Shape;399;g3a972c647b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a972c647b8_0_27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zh-CN">
                <a:solidFill>
                  <a:schemeClr val="dk1"/>
                </a:solidFill>
              </a:rPr>
              <a:t>“Here’s the flow: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zh-CN">
                <a:solidFill>
                  <a:schemeClr val="dk1"/>
                </a:solidFill>
              </a:rPr>
              <a:t>The data goes into the model.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CN">
                <a:solidFill>
                  <a:schemeClr val="dk1"/>
                </a:solidFill>
              </a:rPr>
              <a:t>Shared layers learn the general patterns — the foundational knowledge.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CN">
                <a:solidFill>
                  <a:schemeClr val="dk1"/>
                </a:solidFill>
              </a:rPr>
              <a:t>Task-specific layers learn details that belong to each task.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CN">
                <a:solidFill>
                  <a:schemeClr val="dk1"/>
                </a:solidFill>
              </a:rPr>
              <a:t>The model updates itself using </a:t>
            </a:r>
            <a:r>
              <a:rPr b="1" lang="zh-CN">
                <a:solidFill>
                  <a:schemeClr val="dk1"/>
                </a:solidFill>
              </a:rPr>
              <a:t>all</a:t>
            </a:r>
            <a:r>
              <a:rPr lang="zh-CN">
                <a:solidFill>
                  <a:schemeClr val="dk1"/>
                </a:solidFill>
              </a:rPr>
              <a:t> tasks, so each task reinforces the others.</a:t>
            </a:r>
            <a:br>
              <a:rPr lang="zh-CN">
                <a:solidFill>
                  <a:schemeClr val="dk1"/>
                </a:solidFill>
              </a:rPr>
            </a:br>
            <a:r>
              <a:rPr lang="zh-CN">
                <a:solidFill>
                  <a:schemeClr val="dk1"/>
                </a:solidFill>
              </a:rPr>
              <a:t> This joint learning builds a stronger model.”</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
        <p:nvSpPr>
          <p:cNvPr id="407" name="Google Shape;407;g3a972c647b8_0_2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a972c647b8_0_55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“Here are the main advantages: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Better performance:</a:t>
            </a:r>
            <a:r>
              <a:rPr lang="zh-CN">
                <a:solidFill>
                  <a:schemeClr val="dk1"/>
                </a:solidFill>
              </a:rPr>
              <a:t> the shared knowledge improves accuracy.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Less data needed:</a:t>
            </a:r>
            <a:r>
              <a:rPr lang="zh-CN">
                <a:solidFill>
                  <a:schemeClr val="dk1"/>
                </a:solidFill>
              </a:rPr>
              <a:t> because tasks help each other learn.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More efficiency:</a:t>
            </a:r>
            <a:r>
              <a:rPr lang="zh-CN">
                <a:solidFill>
                  <a:schemeClr val="dk1"/>
                </a:solidFill>
              </a:rPr>
              <a:t> you train one model instead of several.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More robustness:</a:t>
            </a:r>
            <a:r>
              <a:rPr lang="zh-CN">
                <a:solidFill>
                  <a:schemeClr val="dk1"/>
                </a:solidFill>
              </a:rPr>
              <a:t> the model generalizes better because it sees the problem from multiple angles.”</a:t>
            </a:r>
            <a:endParaRPr>
              <a:solidFill>
                <a:schemeClr val="dk1"/>
              </a:solidFill>
            </a:endParaRPr>
          </a:p>
          <a:p>
            <a:pPr indent="0" lvl="0" marL="0" rtl="0" algn="l">
              <a:lnSpc>
                <a:spcPct val="115000"/>
              </a:lnSpc>
              <a:spcBef>
                <a:spcPts val="1200"/>
              </a:spcBef>
              <a:spcAft>
                <a:spcPts val="0"/>
              </a:spcAft>
              <a:buNone/>
            </a:pPr>
            <a:r>
              <a:rPr lang="zh-CN">
                <a:solidFill>
                  <a:schemeClr val="dk1"/>
                </a:solidFill>
              </a:rPr>
              <a:t>“MTL is powerful, but we need the tasks to be related. For example, predicting a customer’s purchase and browsing patterns — all of these are connected. If tasks share underlying patterns, they will benefit from being learned together.”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“We should not use MTL when the tasks are unrelated — for example, combining stock prediction would confuse the model. Also, if one task is much harder or has much more data, it might dominate the learning and harm the smaller tasks. And if the tasks have conflicting goals, MTL can become counterproductive.”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
        <p:nvSpPr>
          <p:cNvPr id="416" name="Google Shape;416;g3a972c647b8_0_5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ab79fae0de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This is the Global Empirical Risk function, it measures the total error of the Multi-Task Learning model. The first part of the equation is the total weighted loss. This is where we add up the errors across two dimensions: all data points from 1 to N, all tasks from 1 to M. Each task has its own loss function, for example, squared error, and each task also has a weight </a:t>
            </a:r>
            <a:r>
              <a:rPr b="1" i="1" lang="zh-CN">
                <a:solidFill>
                  <a:schemeClr val="dk1"/>
                </a:solidFill>
                <a:latin typeface="Georgia"/>
                <a:ea typeface="Georgia"/>
                <a:cs typeface="Georgia"/>
                <a:sym typeface="Georgia"/>
              </a:rPr>
              <a:t>s</a:t>
            </a:r>
            <a:r>
              <a:rPr b="1" baseline="-25000" i="1" lang="zh-CN">
                <a:solidFill>
                  <a:schemeClr val="dk1"/>
                </a:solidFill>
                <a:latin typeface="Georgia"/>
                <a:ea typeface="Georgia"/>
                <a:cs typeface="Georgia"/>
                <a:sym typeface="Georgia"/>
              </a:rPr>
              <a:t>m</a:t>
            </a:r>
            <a:r>
              <a:rPr lang="zh-CN"/>
              <a:t>. These weights control how important each task is during training. In our model, for simplicity, all tasks are equally weighted, so no task dominates the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The second part of the equation is the regularization term. This doesn’t come from the data — it’s added to stabilize the training. It reduces overfitting, keeps the shared layers smooth, helps the model generalize better.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30" name="Google Shape;430;g3ab79fae0d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ac85f0719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ac85f0719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ac85f0719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ac85f0719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ac85f0719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ac85f0719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ac85f0719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ac85f0719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ac85f0719b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ac85f0719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aba57d09ce_0_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MSE </a:t>
            </a:r>
            <a:r>
              <a:rPr lang="zh-CN">
                <a:solidFill>
                  <a:schemeClr val="dk1"/>
                </a:solidFill>
              </a:rPr>
              <a:t>Average squared error. More sensitive to occasional large mistakes.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RMSE </a:t>
            </a:r>
            <a:r>
              <a:rPr lang="zh-CN">
                <a:solidFill>
                  <a:schemeClr val="dk1"/>
                </a:solidFill>
              </a:rPr>
              <a:t>Root of MSE (same units as the target).</a:t>
            </a:r>
            <a:br>
              <a:rPr lang="zh-CN">
                <a:solidFill>
                  <a:schemeClr val="dk1"/>
                </a:solidFill>
              </a:rPr>
            </a:br>
            <a:r>
              <a:rPr lang="zh-CN">
                <a:solidFill>
                  <a:schemeClr val="dk1"/>
                </a:solidFill>
              </a:rPr>
              <a:t> Since your target is </a:t>
            </a:r>
            <a:r>
              <a:rPr b="1" lang="zh-CN">
                <a:solidFill>
                  <a:schemeClr val="dk1"/>
                </a:solidFill>
              </a:rPr>
              <a:t>daily returns (%)</a:t>
            </a:r>
            <a:r>
              <a:rPr lang="zh-CN">
                <a:solidFill>
                  <a:schemeClr val="dk1"/>
                </a:solidFill>
              </a:rPr>
              <a:t>, RMSE is also in </a:t>
            </a:r>
            <a:r>
              <a:rPr b="1" lang="zh-CN">
                <a:solidFill>
                  <a:schemeClr val="dk1"/>
                </a:solidFill>
              </a:rPr>
              <a:t>percentage points</a:t>
            </a:r>
            <a:r>
              <a:rPr lang="zh-CN">
                <a:solidFill>
                  <a:schemeClr val="dk1"/>
                </a:solidFill>
              </a:rPr>
              <a:t>.</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MAE </a:t>
            </a:r>
            <a:r>
              <a:rPr lang="zh-CN">
                <a:solidFill>
                  <a:schemeClr val="dk1"/>
                </a:solidFill>
              </a:rPr>
              <a:t>Average absolute error. Intuitive measure of “typical prediction error.”</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a:solidFill>
                <a:schemeClr val="dk1"/>
              </a:solidFill>
            </a:endParaRPr>
          </a:p>
          <a:p>
            <a:pPr indent="-298450" lvl="0" marL="457200" rtl="0" algn="l">
              <a:spcBef>
                <a:spcPts val="400"/>
              </a:spcBef>
              <a:spcAft>
                <a:spcPts val="0"/>
              </a:spcAft>
              <a:buClr>
                <a:schemeClr val="dk1"/>
              </a:buClr>
              <a:buSzPts val="1100"/>
              <a:buChar char="●"/>
            </a:pPr>
            <a:r>
              <a:rPr lang="zh-CN">
                <a:solidFill>
                  <a:schemeClr val="dk1"/>
                </a:solidFill>
              </a:rPr>
              <a:t>Now, let’s look at the results of our experiments. We evaluated our models using three key metrics: MSE, RMSE, and MAE to measure accuracy, and we also recorded the runtime to measure efficiency.</a:t>
            </a:r>
            <a:endParaRPr>
              <a:solidFill>
                <a:schemeClr val="dk1"/>
              </a:solidFill>
            </a:endParaRPr>
          </a:p>
          <a:p>
            <a:pPr indent="0" lvl="0" marL="0" rtl="0" algn="l">
              <a:spcBef>
                <a:spcPts val="0"/>
              </a:spcBef>
              <a:spcAft>
                <a:spcPts val="0"/>
              </a:spcAft>
              <a:buNone/>
            </a:pPr>
            <a:r>
              <a:rPr lang="zh-CN"/>
              <a:t>Hao:</a:t>
            </a:r>
            <a:endParaRPr/>
          </a:p>
          <a:p>
            <a:pPr indent="-298450" lvl="0" marL="457200" rtl="0" algn="l">
              <a:spcBef>
                <a:spcPts val="0"/>
              </a:spcBef>
              <a:spcAft>
                <a:spcPts val="0"/>
              </a:spcAft>
              <a:buSzPts val="1100"/>
              <a:buChar char="●"/>
            </a:pPr>
            <a:r>
              <a:rPr lang="zh-CN"/>
              <a:t>LR outperforms FNN in accuacy and efficiency</a:t>
            </a:r>
            <a:endParaRPr/>
          </a:p>
          <a:p>
            <a:pPr indent="-298450" lvl="0" marL="457200" rtl="0" algn="l">
              <a:spcBef>
                <a:spcPts val="0"/>
              </a:spcBef>
              <a:spcAft>
                <a:spcPts val="0"/>
              </a:spcAft>
              <a:buSzPts val="1100"/>
              <a:buChar char="●"/>
            </a:pPr>
            <a:r>
              <a:rPr lang="zh-CN"/>
              <a:t>Why LR outperforms FNN</a:t>
            </a:r>
            <a:endParaRPr/>
          </a:p>
          <a:p>
            <a:pPr indent="-298450" lvl="1" marL="914400" rtl="0" algn="l">
              <a:spcBef>
                <a:spcPts val="0"/>
              </a:spcBef>
              <a:spcAft>
                <a:spcPts val="0"/>
              </a:spcAft>
              <a:buSzPts val="1100"/>
              <a:buChar char="○"/>
            </a:pPr>
            <a:r>
              <a:rPr lang="zh-CN"/>
              <a:t>dataset is simple or in low dimension </a:t>
            </a:r>
            <a:endParaRPr/>
          </a:p>
          <a:p>
            <a:pPr indent="-298450" lvl="1" marL="914400" rtl="0" algn="l">
              <a:spcBef>
                <a:spcPts val="0"/>
              </a:spcBef>
              <a:spcAft>
                <a:spcPts val="0"/>
              </a:spcAft>
              <a:buSzPts val="1100"/>
              <a:buChar char="○"/>
            </a:pPr>
            <a:r>
              <a:rPr lang="zh-CN"/>
              <a:t>only past returns are used (we do not include any technical indicator or even in practice we can use the news from different social platform)</a:t>
            </a:r>
            <a:endParaRPr/>
          </a:p>
          <a:p>
            <a:pPr indent="-298450" lvl="1" marL="914400" rtl="0" algn="l">
              <a:spcBef>
                <a:spcPts val="0"/>
              </a:spcBef>
              <a:spcAft>
                <a:spcPts val="0"/>
              </a:spcAft>
              <a:buSzPts val="1100"/>
              <a:buChar char="○"/>
            </a:pPr>
            <a:r>
              <a:rPr lang="zh-CN"/>
              <a:t>FNN may overfits (observed that the accuacy of validation and testing dataset are very different)</a:t>
            </a:r>
            <a:endParaRPr/>
          </a:p>
          <a:p>
            <a:pPr indent="-298450" lvl="1" marL="914400" rtl="0" algn="l">
              <a:spcBef>
                <a:spcPts val="0"/>
              </a:spcBef>
              <a:spcAft>
                <a:spcPts val="0"/>
              </a:spcAft>
              <a:buSzPts val="1100"/>
              <a:buChar char="○"/>
            </a:pPr>
            <a:r>
              <a:rPr lang="zh-CN"/>
              <a:t>FNN is not ideal for time series data</a:t>
            </a:r>
            <a:endParaRPr/>
          </a:p>
          <a:p>
            <a:pPr indent="-298450" lvl="0" marL="457200" rtl="0" algn="l">
              <a:spcBef>
                <a:spcPts val="0"/>
              </a:spcBef>
              <a:spcAft>
                <a:spcPts val="0"/>
              </a:spcAft>
              <a:buSzPts val="1100"/>
              <a:buChar char="●"/>
            </a:pPr>
            <a:r>
              <a:rPr lang="zh-CN"/>
              <a:t>Takeaway</a:t>
            </a:r>
            <a:br>
              <a:rPr lang="zh-CN"/>
            </a:br>
            <a:br>
              <a:rPr lang="zh-CN"/>
            </a:br>
            <a:br>
              <a:rPr lang="zh-CN"/>
            </a:br>
            <a:br>
              <a:rPr lang="zh-CN"/>
            </a:br>
            <a:endParaRPr/>
          </a:p>
        </p:txBody>
      </p:sp>
      <p:sp>
        <p:nvSpPr>
          <p:cNvPr id="483" name="Google Shape;483;g3aba57d09ce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a3dca40f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a3dca40f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zh-CN"/>
              <a:t>Then, even though the LR regression performs really well in this task,</a:t>
            </a:r>
            <a:r>
              <a:rPr lang="zh-CN"/>
              <a:t> we still need to compare the performance of our single-task FNN models with the multitask learning model. Since we aim to verify in a very </a:t>
            </a:r>
            <a:r>
              <a:rPr lang="zh-CN"/>
              <a:t>initial</a:t>
            </a:r>
            <a:r>
              <a:rPr lang="zh-CN"/>
              <a:t> stage that MTL can increase the performance.</a:t>
            </a:r>
            <a:endParaRPr/>
          </a:p>
          <a:p>
            <a:pPr indent="0" lvl="0" marL="0" rtl="0" algn="l">
              <a:lnSpc>
                <a:spcPct val="115000"/>
              </a:lnSpc>
              <a:spcBef>
                <a:spcPts val="1200"/>
              </a:spcBef>
              <a:spcAft>
                <a:spcPts val="0"/>
              </a:spcAft>
              <a:buNone/>
            </a:pPr>
            <a:r>
              <a:rPr lang="zh-CN"/>
              <a:t>Starting with the FNNs: each task is trained independently, and errors are relatively high—APPL at 11.10, SPY at 19.95, and GOLD at 22.30—giving a combined MAE of 53.36. Training all three models takes about 7.5 seconds.</a:t>
            </a:r>
            <a:endParaRPr/>
          </a:p>
          <a:p>
            <a:pPr indent="0" lvl="0" marL="0" rtl="0" algn="l">
              <a:lnSpc>
                <a:spcPct val="115000"/>
              </a:lnSpc>
              <a:spcBef>
                <a:spcPts val="1200"/>
              </a:spcBef>
              <a:spcAft>
                <a:spcPts val="0"/>
              </a:spcAft>
              <a:buClr>
                <a:schemeClr val="dk1"/>
              </a:buClr>
              <a:buSzPts val="1100"/>
              <a:buFont typeface="Arial"/>
              <a:buNone/>
            </a:pPr>
            <a:r>
              <a:rPr lang="zh-CN"/>
              <a:t>In contrast, the multitask model trains all tasks jointly and improves performance across the board. APPL drops to 7.51, SPY to 10.65, and GOLD to 4.86. The combined MAE is just 7.68, far lower than the separate FNNs.</a:t>
            </a:r>
            <a:endParaRPr/>
          </a:p>
          <a:p>
            <a:pPr indent="0" lvl="0" marL="0" rtl="0" algn="l">
              <a:lnSpc>
                <a:spcPct val="115000"/>
              </a:lnSpc>
              <a:spcBef>
                <a:spcPts val="1200"/>
              </a:spcBef>
              <a:spcAft>
                <a:spcPts val="0"/>
              </a:spcAft>
              <a:buClr>
                <a:schemeClr val="dk1"/>
              </a:buClr>
              <a:buSzPts val="1100"/>
              <a:buFont typeface="Arial"/>
              <a:buNone/>
            </a:pPr>
            <a:r>
              <a:rPr lang="zh-CN"/>
              <a:t>This represents a dramatic reduction in prediction error—roughly an order of magnitude improvement in the aggregated metrics.</a:t>
            </a:r>
            <a:endParaRPr/>
          </a:p>
          <a:p>
            <a:pPr indent="0" lvl="0" marL="0" rtl="0" algn="l">
              <a:lnSpc>
                <a:spcPct val="115000"/>
              </a:lnSpc>
              <a:spcBef>
                <a:spcPts val="1200"/>
              </a:spcBef>
              <a:spcAft>
                <a:spcPts val="0"/>
              </a:spcAft>
              <a:buClr>
                <a:schemeClr val="dk1"/>
              </a:buClr>
              <a:buSzPts val="1100"/>
              <a:buFont typeface="Arial"/>
              <a:buNone/>
            </a:pPr>
            <a:r>
              <a:rPr lang="zh-CN"/>
              <a:t>Finally, the training runtime also highlights one of the practical advantages of multitask learning.</a:t>
            </a:r>
            <a:br>
              <a:rPr lang="zh-CN"/>
            </a:br>
            <a:r>
              <a:rPr lang="zh-CN"/>
              <a:t> Instead of training three independent models, we train a single network, and the total runtime is just over one second.</a:t>
            </a:r>
            <a:br>
              <a:rPr lang="zh-CN"/>
            </a:br>
            <a:r>
              <a:rPr lang="zh-CN"/>
              <a:t> So MTL not only improves accuracy but is also significantly more computationally efficient.</a:t>
            </a:r>
            <a:endParaRPr/>
          </a:p>
          <a:p>
            <a:pPr indent="0" lvl="0" marL="0" rtl="0" algn="l">
              <a:lnSpc>
                <a:spcPct val="115000"/>
              </a:lnSpc>
              <a:spcBef>
                <a:spcPts val="1200"/>
              </a:spcBef>
              <a:spcAft>
                <a:spcPts val="0"/>
              </a:spcAft>
              <a:buClr>
                <a:schemeClr val="dk1"/>
              </a:buClr>
              <a:buSzPts val="1100"/>
              <a:buFont typeface="Arial"/>
              <a:buNone/>
            </a:pPr>
            <a:r>
              <a:rPr lang="zh-CN"/>
              <a:t>Overall, these results demonstrate strong positive transfer across tasks and show that multitask learning extracts shared structure that the individual FNNs are unable to capture.</a:t>
            </a:r>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9a37812c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9a37812c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CN">
                <a:solidFill>
                  <a:schemeClr val="dk1"/>
                </a:solidFill>
              </a:rPr>
              <a:t>Let me summarize the key findings from our experiments.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zh-CN">
                <a:solidFill>
                  <a:schemeClr val="dk1"/>
                </a:solidFill>
              </a:rPr>
              <a:t>First, the most striking result is that </a:t>
            </a:r>
            <a:r>
              <a:rPr b="1" lang="zh-CN">
                <a:solidFill>
                  <a:schemeClr val="dk1"/>
                </a:solidFill>
              </a:rPr>
              <a:t>linear regression significantly outperforms both the single-task and the multi-task neural networks</a:t>
            </a:r>
            <a:r>
              <a:rPr lang="zh-CN">
                <a:solidFill>
                  <a:schemeClr val="dk1"/>
                </a:solidFill>
              </a:rPr>
              <a:t>.</a:t>
            </a:r>
            <a:endParaRPr>
              <a:solidFill>
                <a:schemeClr val="dk1"/>
              </a:solidFill>
            </a:endParaRPr>
          </a:p>
          <a:p>
            <a:pPr indent="0" lvl="0" marL="0" rtl="0" algn="l">
              <a:lnSpc>
                <a:spcPct val="115000"/>
              </a:lnSpc>
              <a:spcBef>
                <a:spcPts val="0"/>
              </a:spcBef>
              <a:spcAft>
                <a:spcPts val="0"/>
              </a:spcAft>
              <a:buNone/>
            </a:pPr>
            <a:r>
              <a:rPr lang="zh-CN">
                <a:solidFill>
                  <a:schemeClr val="dk1"/>
                </a:solidFill>
              </a:rPr>
              <a:t>Even though neural networks are more flexible and capable of modeling nonlinear relationships, in our setting—predicting next-day returns using a 150-day rolling window—the underlying signal appears to be </a:t>
            </a:r>
            <a:r>
              <a:rPr i="1" lang="zh-CN">
                <a:solidFill>
                  <a:schemeClr val="dk1"/>
                </a:solidFill>
              </a:rPr>
              <a:t>mostly linear</a:t>
            </a:r>
            <a:r>
              <a:rPr lang="zh-CN">
                <a:solidFill>
                  <a:schemeClr val="dk1"/>
                </a:solidFill>
              </a:rPr>
              <a:t>.</a:t>
            </a:r>
            <a:endParaRPr>
              <a:solidFill>
                <a:schemeClr val="dk1"/>
              </a:solidFill>
            </a:endParaRPr>
          </a:p>
          <a:p>
            <a:pPr indent="0" lvl="0" marL="0" rtl="0" algn="l">
              <a:lnSpc>
                <a:spcPct val="115000"/>
              </a:lnSpc>
              <a:spcBef>
                <a:spcPts val="0"/>
              </a:spcBef>
              <a:spcAft>
                <a:spcPts val="0"/>
              </a:spcAft>
              <a:buNone/>
            </a:pPr>
            <a:r>
              <a:rPr lang="zh-CN">
                <a:solidFill>
                  <a:schemeClr val="dk1"/>
                </a:solidFill>
              </a:rPr>
              <a:t>The additional nonlinearity in FNNs does not help; instead, it increases variance and leads to worse generalization.</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zh-CN">
                <a:solidFill>
                  <a:schemeClr val="dk1"/>
                </a:solidFill>
              </a:rPr>
              <a:t>Second, when we compare the neural network models internally, we consistently find that </a:t>
            </a:r>
            <a:r>
              <a:rPr b="1" lang="zh-CN">
                <a:solidFill>
                  <a:schemeClr val="dk1"/>
                </a:solidFill>
              </a:rPr>
              <a:t>the MTL model performs substantially better than the three STL models combined in both runtime and accuracy metrics</a:t>
            </a:r>
            <a:r>
              <a:rPr lang="zh-CN">
                <a:solidFill>
                  <a:schemeClr val="dk1"/>
                </a:solidFill>
              </a:rPr>
              <a:t>, even though the total parameter capacity is comparable.</a:t>
            </a:r>
            <a:endParaRPr>
              <a:solidFill>
                <a:schemeClr val="dk1"/>
              </a:solidFill>
            </a:endParaRPr>
          </a:p>
          <a:p>
            <a:pPr indent="0" lvl="0" marL="0" rtl="0" algn="l">
              <a:lnSpc>
                <a:spcPct val="115000"/>
              </a:lnSpc>
              <a:spcBef>
                <a:spcPts val="0"/>
              </a:spcBef>
              <a:spcAft>
                <a:spcPts val="0"/>
              </a:spcAft>
              <a:buNone/>
            </a:pPr>
            <a:r>
              <a:rPr lang="zh-CN">
                <a:solidFill>
                  <a:schemeClr val="dk1"/>
                </a:solidFill>
              </a:rPr>
              <a:t>This indicates that GLD, S&amp;P 500, and AAPL share meaningful underlying market structure.</a:t>
            </a:r>
            <a:endParaRPr>
              <a:solidFill>
                <a:schemeClr val="dk1"/>
              </a:solidFill>
            </a:endParaRPr>
          </a:p>
          <a:p>
            <a:pPr indent="0" lvl="0" marL="0" rtl="0" algn="l">
              <a:lnSpc>
                <a:spcPct val="115000"/>
              </a:lnSpc>
              <a:spcBef>
                <a:spcPts val="0"/>
              </a:spcBef>
              <a:spcAft>
                <a:spcPts val="0"/>
              </a:spcAft>
              <a:buNone/>
            </a:pPr>
            <a:r>
              <a:rPr lang="zh-CN">
                <a:solidFill>
                  <a:schemeClr val="dk1"/>
                </a:solidFill>
              </a:rPr>
              <a:t>By learning a shared representation, MTL reduces overfitting and improves sample efficiency relative to training three independent models.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zh-CN">
                <a:solidFill>
                  <a:schemeClr val="dk1"/>
                </a:solidFill>
              </a:rPr>
              <a:t>Third, combining these observations gives us a more complete picture of the modeling landscape:</a:t>
            </a:r>
            <a:endParaRPr>
              <a:solidFill>
                <a:schemeClr val="dk1"/>
              </a:solidFill>
            </a:endParaRPr>
          </a:p>
          <a:p>
            <a:pPr indent="0" lvl="0" marL="0" rtl="0" algn="l">
              <a:lnSpc>
                <a:spcPct val="115000"/>
              </a:lnSpc>
              <a:spcBef>
                <a:spcPts val="0"/>
              </a:spcBef>
              <a:spcAft>
                <a:spcPts val="0"/>
              </a:spcAft>
              <a:buNone/>
            </a:pPr>
            <a:r>
              <a:rPr lang="zh-CN">
                <a:solidFill>
                  <a:schemeClr val="dk1"/>
                </a:solidFill>
              </a:rPr>
              <a:t>Neural networks do not outperform linear regression here </a:t>
            </a:r>
            <a:r>
              <a:rPr i="1" lang="zh-CN">
                <a:solidFill>
                  <a:schemeClr val="dk1"/>
                </a:solidFill>
              </a:rPr>
              <a:t>not</a:t>
            </a:r>
            <a:r>
              <a:rPr lang="zh-CN">
                <a:solidFill>
                  <a:schemeClr val="dk1"/>
                </a:solidFill>
              </a:rPr>
              <a:t> because the MTL framework is flawed, but because the prediction problem itself is predominantly linear.</a:t>
            </a:r>
            <a:endParaRPr>
              <a:solidFill>
                <a:schemeClr val="dk1"/>
              </a:solidFill>
            </a:endParaRPr>
          </a:p>
          <a:p>
            <a:pPr indent="0" lvl="0" marL="0" rtl="0" algn="l">
              <a:lnSpc>
                <a:spcPct val="115000"/>
              </a:lnSpc>
              <a:spcBef>
                <a:spcPts val="0"/>
              </a:spcBef>
              <a:spcAft>
                <a:spcPts val="0"/>
              </a:spcAft>
              <a:buNone/>
            </a:pPr>
            <a:r>
              <a:rPr lang="zh-CN">
                <a:solidFill>
                  <a:schemeClr val="dk1"/>
                </a:solidFill>
              </a:rPr>
              <a:t>However, </a:t>
            </a:r>
            <a:r>
              <a:rPr b="1" lang="zh-CN">
                <a:solidFill>
                  <a:schemeClr val="dk1"/>
                </a:solidFill>
              </a:rPr>
              <a:t>MTL clearly outperforms STL</a:t>
            </a:r>
            <a:r>
              <a:rPr lang="zh-CN">
                <a:solidFill>
                  <a:schemeClr val="dk1"/>
                </a:solidFill>
              </a:rPr>
              <a:t>, confirming that cross-asset learning is beneficial when using more flexible models.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zh-CN">
                <a:solidFill>
                  <a:schemeClr val="dk1"/>
                </a:solidFill>
              </a:rPr>
              <a:t>So, our overall takeaway is:</a:t>
            </a:r>
            <a:endParaRPr>
              <a:solidFill>
                <a:schemeClr val="dk1"/>
              </a:solidFill>
            </a:endParaRPr>
          </a:p>
          <a:p>
            <a:pPr indent="0" lvl="0" marL="0" rtl="0" algn="l">
              <a:lnSpc>
                <a:spcPct val="115000"/>
              </a:lnSpc>
              <a:spcBef>
                <a:spcPts val="0"/>
              </a:spcBef>
              <a:spcAft>
                <a:spcPts val="0"/>
              </a:spcAft>
              <a:buNone/>
            </a:pPr>
            <a:r>
              <a:rPr b="1" lang="zh-CN">
                <a:solidFill>
                  <a:schemeClr val="dk1"/>
                </a:solidFill>
              </a:rPr>
              <a:t>Linear models remain extremely strong baselines for short-horizon financial prediction.</a:t>
            </a:r>
            <a:endParaRPr b="1">
              <a:solidFill>
                <a:schemeClr val="dk1"/>
              </a:solidFill>
            </a:endParaRPr>
          </a:p>
          <a:p>
            <a:pPr indent="0" lvl="0" marL="0" rtl="0" algn="l">
              <a:lnSpc>
                <a:spcPct val="115000"/>
              </a:lnSpc>
              <a:spcBef>
                <a:spcPts val="0"/>
              </a:spcBef>
              <a:spcAft>
                <a:spcPts val="0"/>
              </a:spcAft>
              <a:buNone/>
            </a:pPr>
            <a:r>
              <a:rPr b="1" lang="zh-CN">
                <a:solidFill>
                  <a:schemeClr val="dk1"/>
                </a:solidFill>
              </a:rPr>
              <a:t>But if neural networks are used, MTL is decisively superior to STL because it leverages shared structure across assets.</a:t>
            </a:r>
            <a:endParaRPr b="1">
              <a:solidFill>
                <a:schemeClr val="dk1"/>
              </a:solidFill>
            </a:endParaRPr>
          </a:p>
          <a:p>
            <a:pPr indent="0" lvl="0" marL="0" rtl="0" algn="l">
              <a:spcBef>
                <a:spcPts val="0"/>
              </a:spcBef>
              <a:spcAft>
                <a:spcPts val="0"/>
              </a:spcAft>
              <a:buNone/>
            </a:pPr>
            <a:r>
              <a:t/>
            </a:r>
            <a:endParaRPr b="1"/>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9a37812c7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9a37812c7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52400" rtl="0" algn="l">
              <a:lnSpc>
                <a:spcPct val="115000"/>
              </a:lnSpc>
              <a:spcBef>
                <a:spcPts val="0"/>
              </a:spcBef>
              <a:spcAft>
                <a:spcPts val="0"/>
              </a:spcAft>
              <a:buClr>
                <a:schemeClr val="dk1"/>
              </a:buClr>
              <a:buSzPts val="1100"/>
              <a:buFont typeface="Arial"/>
              <a:buNone/>
            </a:pPr>
            <a:r>
              <a:rPr lang="zh-CN">
                <a:solidFill>
                  <a:schemeClr val="dk1"/>
                </a:solidFill>
              </a:rPr>
              <a:t>Finally, I want to briefly highlight several directions for future improvement.</a:t>
            </a:r>
            <a:endParaRPr>
              <a:solidFill>
                <a:schemeClr val="dk1"/>
              </a:solidFill>
            </a:endParaRPr>
          </a:p>
          <a:p>
            <a:pPr indent="0" lvl="0" marL="152400" rtl="0" algn="l">
              <a:lnSpc>
                <a:spcPct val="115000"/>
              </a:lnSpc>
              <a:spcBef>
                <a:spcPts val="0"/>
              </a:spcBef>
              <a:spcAft>
                <a:spcPts val="0"/>
              </a:spcAft>
              <a:buClr>
                <a:schemeClr val="dk1"/>
              </a:buClr>
              <a:buSzPts val="1100"/>
              <a:buFont typeface="Arial"/>
              <a:buNone/>
            </a:pPr>
            <a:r>
              <a:rPr lang="zh-CN">
                <a:solidFill>
                  <a:schemeClr val="dk1"/>
                </a:solidFill>
              </a:rPr>
              <a:t>First, </a:t>
            </a:r>
            <a:r>
              <a:rPr b="1" lang="zh-CN">
                <a:solidFill>
                  <a:schemeClr val="dk1"/>
                </a:solidFill>
              </a:rPr>
              <a:t>we can expand our model classes</a:t>
            </a:r>
            <a:r>
              <a:rPr lang="zh-CN">
                <a:solidFill>
                  <a:schemeClr val="dk1"/>
                </a:solidFill>
              </a:rPr>
              <a:t>.</a:t>
            </a:r>
            <a:br>
              <a:rPr lang="zh-CN">
                <a:solidFill>
                  <a:schemeClr val="dk1"/>
                </a:solidFill>
              </a:rPr>
            </a:br>
            <a:r>
              <a:rPr lang="zh-CN">
                <a:solidFill>
                  <a:schemeClr val="dk1"/>
                </a:solidFill>
              </a:rPr>
              <a:t> So far, we’ve focused mainly on feedforward networks, but financial time series often require richer temporal modeling. Incorporating architectures such as LSTMs, TCNs, or transformers could help capture sequential patterns that simple FNNs may miss.</a:t>
            </a:r>
            <a:br>
              <a:rPr lang="zh-CN">
                <a:solidFill>
                  <a:schemeClr val="dk1"/>
                </a:solidFill>
              </a:rPr>
            </a:br>
            <a:endParaRPr>
              <a:solidFill>
                <a:schemeClr val="dk1"/>
              </a:solidFill>
            </a:endParaRPr>
          </a:p>
          <a:p>
            <a:pPr indent="0" lvl="0" marL="152400" rtl="0" algn="l">
              <a:lnSpc>
                <a:spcPct val="115000"/>
              </a:lnSpc>
              <a:spcBef>
                <a:spcPts val="0"/>
              </a:spcBef>
              <a:spcAft>
                <a:spcPts val="0"/>
              </a:spcAft>
              <a:buClr>
                <a:schemeClr val="dk1"/>
              </a:buClr>
              <a:buSzPts val="1100"/>
              <a:buFont typeface="Arial"/>
              <a:buNone/>
            </a:pPr>
            <a:r>
              <a:rPr lang="zh-CN">
                <a:solidFill>
                  <a:schemeClr val="dk1"/>
                </a:solidFill>
              </a:rPr>
              <a:t>Second, </a:t>
            </a:r>
            <a:r>
              <a:rPr b="1" lang="zh-CN">
                <a:solidFill>
                  <a:schemeClr val="dk1"/>
                </a:solidFill>
              </a:rPr>
              <a:t>feature engineering and market microstructure features</a:t>
            </a:r>
            <a:r>
              <a:rPr lang="zh-CN">
                <a:solidFill>
                  <a:schemeClr val="dk1"/>
                </a:solidFill>
              </a:rPr>
              <a:t> can substantially improve predictive power.</a:t>
            </a:r>
            <a:br>
              <a:rPr lang="zh-CN">
                <a:solidFill>
                  <a:schemeClr val="dk1"/>
                </a:solidFill>
              </a:rPr>
            </a:br>
            <a:r>
              <a:rPr lang="zh-CN">
                <a:solidFill>
                  <a:schemeClr val="dk1"/>
                </a:solidFill>
              </a:rPr>
              <a:t> Currently, the model only uses past returns. Adding volatility measures, realized correlations, macroeconomic signals, or liquidity indicators could provide more structure and help the model generalize better.</a:t>
            </a:r>
            <a:br>
              <a:rPr lang="zh-CN">
                <a:solidFill>
                  <a:schemeClr val="dk1"/>
                </a:solidFill>
              </a:rPr>
            </a:br>
            <a:endParaRPr>
              <a:solidFill>
                <a:schemeClr val="dk1"/>
              </a:solidFill>
            </a:endParaRPr>
          </a:p>
          <a:p>
            <a:pPr indent="0" lvl="0" marL="152400" rtl="0" algn="l">
              <a:lnSpc>
                <a:spcPct val="115000"/>
              </a:lnSpc>
              <a:spcBef>
                <a:spcPts val="0"/>
              </a:spcBef>
              <a:spcAft>
                <a:spcPts val="0"/>
              </a:spcAft>
              <a:buClr>
                <a:schemeClr val="dk1"/>
              </a:buClr>
              <a:buSzPts val="1100"/>
              <a:buFont typeface="Arial"/>
              <a:buNone/>
            </a:pPr>
            <a:r>
              <a:rPr lang="zh-CN">
                <a:solidFill>
                  <a:schemeClr val="dk1"/>
                </a:solidFill>
              </a:rPr>
              <a:t>And third, an important extension is </a:t>
            </a:r>
            <a:r>
              <a:rPr b="1" lang="zh-CN">
                <a:solidFill>
                  <a:schemeClr val="dk1"/>
                </a:solidFill>
              </a:rPr>
              <a:t>improving our multitask learning framework through dynamic task weighting</a:t>
            </a:r>
            <a:r>
              <a:rPr lang="zh-CN">
                <a:solidFill>
                  <a:schemeClr val="dk1"/>
                </a:solidFill>
              </a:rPr>
              <a:t>.</a:t>
            </a:r>
            <a:br>
              <a:rPr lang="zh-CN">
                <a:solidFill>
                  <a:schemeClr val="dk1"/>
                </a:solidFill>
              </a:rPr>
            </a:br>
            <a:r>
              <a:rPr lang="zh-CN">
                <a:solidFill>
                  <a:schemeClr val="dk1"/>
                </a:solidFill>
              </a:rPr>
              <a:t> Right now every task is weighted equally, but tasks differ in difficulty, as we can see from the previous </a:t>
            </a:r>
            <a:r>
              <a:rPr lang="zh-CN">
                <a:solidFill>
                  <a:schemeClr val="dk1"/>
                </a:solidFill>
              </a:rPr>
              <a:t>experiment the prediction accuracy for Apple stock and Gold is lower than the accuracy for SP500 index, which means that u</a:t>
            </a:r>
            <a:r>
              <a:rPr lang="zh-CN">
                <a:solidFill>
                  <a:schemeClr val="dk1"/>
                </a:solidFill>
              </a:rPr>
              <a:t>nderperforming tasks should be given higher weights so the shared trunk allocates more capacity to them. </a:t>
            </a:r>
            <a:br>
              <a:rPr lang="zh-CN">
                <a:solidFill>
                  <a:schemeClr val="dk1"/>
                </a:solidFill>
              </a:rPr>
            </a:br>
            <a:r>
              <a:rPr lang="zh-CN">
                <a:solidFill>
                  <a:schemeClr val="dk1"/>
                </a:solidFill>
              </a:rPr>
              <a:t>Methods such as inverse-loss weighting, uncertainty weighting, or gradient balancing can help us achieve this.</a:t>
            </a:r>
            <a:endParaRPr>
              <a:solidFill>
                <a:schemeClr val="dk1"/>
              </a:solidFill>
            </a:endParaRPr>
          </a:p>
          <a:p>
            <a:pPr indent="0" lvl="0" marL="152400" rtl="0" algn="l">
              <a:lnSpc>
                <a:spcPct val="115000"/>
              </a:lnSpc>
              <a:spcBef>
                <a:spcPts val="0"/>
              </a:spcBef>
              <a:spcAft>
                <a:spcPts val="0"/>
              </a:spcAft>
              <a:buClr>
                <a:schemeClr val="dk1"/>
              </a:buClr>
              <a:buSzPts val="1100"/>
              <a:buFont typeface="Arial"/>
              <a:buNone/>
            </a:pPr>
            <a:r>
              <a:rPr lang="zh-CN">
                <a:solidFill>
                  <a:schemeClr val="dk1"/>
                </a:solidFill>
              </a:rPr>
              <a:t> Overall, these improvements can make the model more expressive, more robust, and more aligned with the true structure of financial markets.</a:t>
            </a:r>
            <a:endParaRPr>
              <a:solidFill>
                <a:schemeClr val="dk1"/>
              </a:solidFill>
            </a:endParaRPr>
          </a:p>
          <a:p>
            <a:pPr indent="0" lvl="0" marL="0" rtl="0" algn="l">
              <a:spcBef>
                <a:spcPts val="0"/>
              </a:spcBef>
              <a:spcAft>
                <a:spcPts val="0"/>
              </a:spcAft>
              <a:buNone/>
            </a:pPr>
            <a:r>
              <a:t/>
            </a:r>
            <a:endParaRPr b="1"/>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98ded7d274_2_33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g398ded7d274_2_3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 Id="rId3" Type="http://schemas.openxmlformats.org/officeDocument/2006/relationships/image" Target="../media/image16.jpg"/><Relationship Id="rId4"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showMasterSp="0" type="title">
  <p:cSld name="TITLE">
    <p:spTree>
      <p:nvGrpSpPr>
        <p:cNvPr id="63" name="Shape 63"/>
        <p:cNvGrpSpPr/>
        <p:nvPr/>
      </p:nvGrpSpPr>
      <p:grpSpPr>
        <a:xfrm>
          <a:off x="0" y="0"/>
          <a:ext cx="0" cy="0"/>
          <a:chOff x="0" y="0"/>
          <a:chExt cx="0" cy="0"/>
        </a:xfrm>
      </p:grpSpPr>
      <p:sp>
        <p:nvSpPr>
          <p:cNvPr id="64" name="Google Shape;64;p14"/>
          <p:cNvSpPr txBox="1"/>
          <p:nvPr>
            <p:ph type="ctrTitle"/>
          </p:nvPr>
        </p:nvSpPr>
        <p:spPr>
          <a:xfrm>
            <a:off x="339555" y="771705"/>
            <a:ext cx="7289970" cy="1105586"/>
          </a:xfrm>
          <a:prstGeom prst="rect">
            <a:avLst/>
          </a:prstGeom>
          <a:noFill/>
          <a:ln>
            <a:noFill/>
          </a:ln>
        </p:spPr>
        <p:txBody>
          <a:bodyPr anchorCtr="0" anchor="b" bIns="34275" lIns="0" spcFirstLastPara="1" rIns="68575" wrap="square" tIns="34275">
            <a:noAutofit/>
          </a:bodyPr>
          <a:lstStyle>
            <a:lvl1pPr lvl="0" algn="l">
              <a:lnSpc>
                <a:spcPct val="85000"/>
              </a:lnSpc>
              <a:spcBef>
                <a:spcPts val="0"/>
              </a:spcBef>
              <a:spcAft>
                <a:spcPts val="0"/>
              </a:spcAft>
              <a:buClr>
                <a:schemeClr val="dk1"/>
              </a:buClr>
              <a:buSzPts val="4100"/>
              <a:buFont typeface="Barlow Condensed"/>
              <a:buNone/>
              <a:defRPr b="1" sz="4100">
                <a:solidFill>
                  <a:schemeClr val="dk1"/>
                </a:solidFill>
                <a:latin typeface="Barlow Condensed"/>
                <a:ea typeface="Barlow Condensed"/>
                <a:cs typeface="Barlow Condensed"/>
                <a:sym typeface="Barlow Condense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5" name="Google Shape;65;p14"/>
          <p:cNvSpPr txBox="1"/>
          <p:nvPr>
            <p:ph idx="1" type="subTitle"/>
          </p:nvPr>
        </p:nvSpPr>
        <p:spPr>
          <a:xfrm>
            <a:off x="339555" y="3200116"/>
            <a:ext cx="4114682" cy="499912"/>
          </a:xfrm>
          <a:prstGeom prst="rect">
            <a:avLst/>
          </a:prstGeom>
          <a:noFill/>
          <a:ln>
            <a:noFill/>
          </a:ln>
        </p:spPr>
        <p:txBody>
          <a:bodyPr anchorCtr="0" anchor="t" bIns="34275" lIns="0" spcFirstLastPara="1" rIns="68575" wrap="square" tIns="34275">
            <a:normAutofit/>
          </a:bodyPr>
          <a:lstStyle>
            <a:lvl1pPr lvl="0" algn="l">
              <a:lnSpc>
                <a:spcPct val="100000"/>
              </a:lnSpc>
              <a:spcBef>
                <a:spcPts val="600"/>
              </a:spcBef>
              <a:spcAft>
                <a:spcPts val="0"/>
              </a:spcAft>
              <a:buSzPts val="1000"/>
              <a:buNone/>
              <a:defRPr b="0" sz="1100">
                <a:solidFill>
                  <a:srgbClr val="7F7F7F"/>
                </a:solidFill>
              </a:defRPr>
            </a:lvl1pPr>
            <a:lvl2pPr lvl="1" algn="ctr">
              <a:lnSpc>
                <a:spcPct val="100000"/>
              </a:lnSpc>
              <a:spcBef>
                <a:spcPts val="600"/>
              </a:spcBef>
              <a:spcAft>
                <a:spcPts val="0"/>
              </a:spcAft>
              <a:buSzPts val="1300"/>
              <a:buNone/>
              <a:defRPr sz="1500"/>
            </a:lvl2pPr>
            <a:lvl3pPr lvl="2" algn="ctr">
              <a:lnSpc>
                <a:spcPct val="100000"/>
              </a:lnSpc>
              <a:spcBef>
                <a:spcPts val="600"/>
              </a:spcBef>
              <a:spcAft>
                <a:spcPts val="0"/>
              </a:spcAft>
              <a:buSzPts val="1100"/>
              <a:buNone/>
              <a:defRPr sz="1400"/>
            </a:lvl3pPr>
            <a:lvl4pPr lvl="3" algn="ctr">
              <a:lnSpc>
                <a:spcPct val="100000"/>
              </a:lnSpc>
              <a:spcBef>
                <a:spcPts val="600"/>
              </a:spcBef>
              <a:spcAft>
                <a:spcPts val="0"/>
              </a:spcAft>
              <a:buSzPts val="1000"/>
              <a:buNone/>
              <a:defRPr sz="1200"/>
            </a:lvl4pPr>
            <a:lvl5pPr lvl="4" algn="ctr">
              <a:lnSpc>
                <a:spcPct val="100000"/>
              </a:lnSpc>
              <a:spcBef>
                <a:spcPts val="600"/>
              </a:spcBef>
              <a:spcAft>
                <a:spcPts val="0"/>
              </a:spcAft>
              <a:buSzPts val="1000"/>
              <a:buNone/>
              <a:defRPr sz="1200"/>
            </a:lvl5pPr>
            <a:lvl6pPr lvl="5" algn="ctr">
              <a:lnSpc>
                <a:spcPct val="90000"/>
              </a:lnSpc>
              <a:spcBef>
                <a:spcPts val="6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6" name="Google Shape;66;p14"/>
          <p:cNvSpPr txBox="1"/>
          <p:nvPr>
            <p:ph idx="10" type="dt"/>
          </p:nvPr>
        </p:nvSpPr>
        <p:spPr>
          <a:xfrm>
            <a:off x="339555" y="1981747"/>
            <a:ext cx="887187" cy="283472"/>
          </a:xfrm>
          <a:prstGeom prst="rect">
            <a:avLst/>
          </a:prstGeom>
          <a:solidFill>
            <a:schemeClr val="accent1"/>
          </a:solidFill>
          <a:ln>
            <a:noFill/>
          </a:ln>
        </p:spPr>
        <p:txBody>
          <a:bodyPr anchorCtr="0" anchor="ctr" bIns="34275" lIns="68575" spcFirstLastPara="1" rIns="68575" wrap="square" tIns="34275">
            <a:noAutofit/>
          </a:bodyPr>
          <a:lstStyle>
            <a:lvl1pPr lvl="0" algn="ctr">
              <a:spcBef>
                <a:spcPts val="0"/>
              </a:spcBef>
              <a:spcAft>
                <a:spcPts val="0"/>
              </a:spcAft>
              <a:buSzPts val="1100"/>
              <a:buNone/>
              <a:defRPr sz="800">
                <a:solidFill>
                  <a:schemeClr val="dk1"/>
                </a:solidFill>
                <a:latin typeface="Verdana"/>
                <a:ea typeface="Verdana"/>
                <a:cs typeface="Verdana"/>
                <a:sym typeface="Verdana"/>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4"/>
          <p:cNvSpPr txBox="1"/>
          <p:nvPr>
            <p:ph idx="11" type="ftr"/>
          </p:nvPr>
        </p:nvSpPr>
        <p:spPr>
          <a:xfrm>
            <a:off x="4967756" y="4782923"/>
            <a:ext cx="3220281"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8" name="Google Shape;68;p14"/>
          <p:cNvSpPr txBox="1"/>
          <p:nvPr>
            <p:ph idx="12" type="sldNum"/>
          </p:nvPr>
        </p:nvSpPr>
        <p:spPr>
          <a:xfrm>
            <a:off x="8361312" y="4782923"/>
            <a:ext cx="415425"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b="0" i="0" sz="800" u="none" cap="none" strike="noStrike">
                <a:solidFill>
                  <a:schemeClr val="dk1"/>
                </a:solidFill>
                <a:latin typeface="Verdana"/>
                <a:ea typeface="Verdana"/>
                <a:cs typeface="Verdana"/>
                <a:sym typeface="Verdana"/>
              </a:defRPr>
            </a:lvl1pPr>
            <a:lvl2pPr indent="0" lvl="1" marL="0" algn="ctr">
              <a:spcBef>
                <a:spcPts val="0"/>
              </a:spcBef>
              <a:buNone/>
              <a:defRPr b="0" i="0" sz="800" u="none" cap="none" strike="noStrike">
                <a:solidFill>
                  <a:schemeClr val="dk1"/>
                </a:solidFill>
                <a:latin typeface="Verdana"/>
                <a:ea typeface="Verdana"/>
                <a:cs typeface="Verdana"/>
                <a:sym typeface="Verdana"/>
              </a:defRPr>
            </a:lvl2pPr>
            <a:lvl3pPr indent="0" lvl="2" marL="0" algn="ctr">
              <a:spcBef>
                <a:spcPts val="0"/>
              </a:spcBef>
              <a:buNone/>
              <a:defRPr b="0" i="0" sz="800" u="none" cap="none" strike="noStrike">
                <a:solidFill>
                  <a:schemeClr val="dk1"/>
                </a:solidFill>
                <a:latin typeface="Verdana"/>
                <a:ea typeface="Verdana"/>
                <a:cs typeface="Verdana"/>
                <a:sym typeface="Verdana"/>
              </a:defRPr>
            </a:lvl3pPr>
            <a:lvl4pPr indent="0" lvl="3" marL="0" algn="ctr">
              <a:spcBef>
                <a:spcPts val="0"/>
              </a:spcBef>
              <a:buNone/>
              <a:defRPr b="0" i="0" sz="800" u="none" cap="none" strike="noStrike">
                <a:solidFill>
                  <a:schemeClr val="dk1"/>
                </a:solidFill>
                <a:latin typeface="Verdana"/>
                <a:ea typeface="Verdana"/>
                <a:cs typeface="Verdana"/>
                <a:sym typeface="Verdana"/>
              </a:defRPr>
            </a:lvl4pPr>
            <a:lvl5pPr indent="0" lvl="4" marL="0" algn="ctr">
              <a:spcBef>
                <a:spcPts val="0"/>
              </a:spcBef>
              <a:buNone/>
              <a:defRPr b="0" i="0" sz="800" u="none" cap="none" strike="noStrike">
                <a:solidFill>
                  <a:schemeClr val="dk1"/>
                </a:solidFill>
                <a:latin typeface="Verdana"/>
                <a:ea typeface="Verdana"/>
                <a:cs typeface="Verdana"/>
                <a:sym typeface="Verdana"/>
              </a:defRPr>
            </a:lvl5pPr>
            <a:lvl6pPr indent="0" lvl="5" marL="0" algn="ctr">
              <a:spcBef>
                <a:spcPts val="0"/>
              </a:spcBef>
              <a:buNone/>
              <a:defRPr b="0" i="0" sz="800" u="none" cap="none" strike="noStrike">
                <a:solidFill>
                  <a:schemeClr val="dk1"/>
                </a:solidFill>
                <a:latin typeface="Verdana"/>
                <a:ea typeface="Verdana"/>
                <a:cs typeface="Verdana"/>
                <a:sym typeface="Verdana"/>
              </a:defRPr>
            </a:lvl6pPr>
            <a:lvl7pPr indent="0" lvl="6" marL="0" algn="ctr">
              <a:spcBef>
                <a:spcPts val="0"/>
              </a:spcBef>
              <a:buNone/>
              <a:defRPr b="0" i="0" sz="800" u="none" cap="none" strike="noStrike">
                <a:solidFill>
                  <a:schemeClr val="dk1"/>
                </a:solidFill>
                <a:latin typeface="Verdana"/>
                <a:ea typeface="Verdana"/>
                <a:cs typeface="Verdana"/>
                <a:sym typeface="Verdana"/>
              </a:defRPr>
            </a:lvl7pPr>
            <a:lvl8pPr indent="0" lvl="7" marL="0" algn="ctr">
              <a:spcBef>
                <a:spcPts val="0"/>
              </a:spcBef>
              <a:buNone/>
              <a:defRPr b="0" i="0" sz="800" u="none" cap="none" strike="noStrike">
                <a:solidFill>
                  <a:schemeClr val="dk1"/>
                </a:solidFill>
                <a:latin typeface="Verdana"/>
                <a:ea typeface="Verdana"/>
                <a:cs typeface="Verdana"/>
                <a:sym typeface="Verdana"/>
              </a:defRPr>
            </a:lvl8pPr>
            <a:lvl9pPr indent="0" lvl="8" marL="0" algn="ctr">
              <a:spcBef>
                <a:spcPts val="0"/>
              </a:spcBef>
              <a:buNone/>
              <a:defRPr b="0" i="0" sz="800" u="none" cap="none" strike="noStrike">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zh-CN"/>
              <a:t>‹#›</a:t>
            </a:fld>
            <a:endParaRPr/>
          </a:p>
        </p:txBody>
      </p:sp>
      <p:grpSp>
        <p:nvGrpSpPr>
          <p:cNvPr id="69" name="Google Shape;69;p14"/>
          <p:cNvGrpSpPr/>
          <p:nvPr/>
        </p:nvGrpSpPr>
        <p:grpSpPr>
          <a:xfrm>
            <a:off x="0" y="0"/>
            <a:ext cx="9144000" cy="297873"/>
            <a:chOff x="421830" y="1342659"/>
            <a:chExt cx="10018760" cy="290558"/>
          </a:xfrm>
        </p:grpSpPr>
        <p:sp>
          <p:nvSpPr>
            <p:cNvPr id="70" name="Google Shape;70;p14"/>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71" name="Google Shape;71;p14"/>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72" name="Google Shape;72;p14"/>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73" name="Google Shape;73;p14"/>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74" name="Google Shape;74;p14"/>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grpSp>
      <p:pic>
        <p:nvPicPr>
          <p:cNvPr descr="University of Waterloo logo" id="75" name="Google Shape;75;p14"/>
          <p:cNvPicPr preferRelativeResize="0"/>
          <p:nvPr/>
        </p:nvPicPr>
        <p:blipFill rotWithShape="1">
          <a:blip r:embed="rId2">
            <a:alphaModFix/>
          </a:blip>
          <a:srcRect b="0" l="0" r="0" t="0"/>
          <a:stretch/>
        </p:blipFill>
        <p:spPr>
          <a:xfrm>
            <a:off x="-24871" y="3978541"/>
            <a:ext cx="2819276" cy="111316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Image" showMasterSp="0">
  <p:cSld name="Title Slide with Image">
    <p:spTree>
      <p:nvGrpSpPr>
        <p:cNvPr id="76" name="Shape 76"/>
        <p:cNvGrpSpPr/>
        <p:nvPr/>
      </p:nvGrpSpPr>
      <p:grpSpPr>
        <a:xfrm>
          <a:off x="0" y="0"/>
          <a:ext cx="0" cy="0"/>
          <a:chOff x="0" y="0"/>
          <a:chExt cx="0" cy="0"/>
        </a:xfrm>
      </p:grpSpPr>
      <p:sp>
        <p:nvSpPr>
          <p:cNvPr id="77" name="Google Shape;77;p15"/>
          <p:cNvSpPr/>
          <p:nvPr>
            <p:ph idx="2" type="pic"/>
          </p:nvPr>
        </p:nvSpPr>
        <p:spPr>
          <a:xfrm>
            <a:off x="4570593" y="297873"/>
            <a:ext cx="4573407" cy="4845627"/>
          </a:xfrm>
          <a:prstGeom prst="rect">
            <a:avLst/>
          </a:prstGeom>
          <a:noFill/>
          <a:ln>
            <a:noFill/>
          </a:ln>
        </p:spPr>
      </p:sp>
      <p:sp>
        <p:nvSpPr>
          <p:cNvPr id="78" name="Google Shape;78;p15"/>
          <p:cNvSpPr txBox="1"/>
          <p:nvPr>
            <p:ph type="ctrTitle"/>
          </p:nvPr>
        </p:nvSpPr>
        <p:spPr>
          <a:xfrm>
            <a:off x="339555" y="771705"/>
            <a:ext cx="4114682" cy="1105586"/>
          </a:xfrm>
          <a:prstGeom prst="rect">
            <a:avLst/>
          </a:prstGeom>
          <a:noFill/>
          <a:ln>
            <a:noFill/>
          </a:ln>
        </p:spPr>
        <p:txBody>
          <a:bodyPr anchorCtr="0" anchor="b" bIns="34275" lIns="0" spcFirstLastPara="1" rIns="68575" wrap="square" tIns="34275">
            <a:noAutofit/>
          </a:bodyPr>
          <a:lstStyle>
            <a:lvl1pPr lvl="0" algn="l">
              <a:lnSpc>
                <a:spcPct val="85000"/>
              </a:lnSpc>
              <a:spcBef>
                <a:spcPts val="0"/>
              </a:spcBef>
              <a:spcAft>
                <a:spcPts val="0"/>
              </a:spcAft>
              <a:buClr>
                <a:schemeClr val="dk1"/>
              </a:buClr>
              <a:buSzPts val="4100"/>
              <a:buFont typeface="Barlow Condensed"/>
              <a:buNone/>
              <a:defRPr b="1" sz="4100">
                <a:solidFill>
                  <a:schemeClr val="dk1"/>
                </a:solidFill>
                <a:latin typeface="Barlow Condensed"/>
                <a:ea typeface="Barlow Condensed"/>
                <a:cs typeface="Barlow Condensed"/>
                <a:sym typeface="Barlow Condense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9" name="Google Shape;79;p15"/>
          <p:cNvSpPr txBox="1"/>
          <p:nvPr>
            <p:ph idx="1" type="subTitle"/>
          </p:nvPr>
        </p:nvSpPr>
        <p:spPr>
          <a:xfrm>
            <a:off x="339555" y="3200116"/>
            <a:ext cx="4114682" cy="499912"/>
          </a:xfrm>
          <a:prstGeom prst="rect">
            <a:avLst/>
          </a:prstGeom>
          <a:noFill/>
          <a:ln>
            <a:noFill/>
          </a:ln>
        </p:spPr>
        <p:txBody>
          <a:bodyPr anchorCtr="0" anchor="t" bIns="34275" lIns="0" spcFirstLastPara="1" rIns="68575" wrap="square" tIns="34275">
            <a:normAutofit/>
          </a:bodyPr>
          <a:lstStyle>
            <a:lvl1pPr lvl="0" algn="l">
              <a:lnSpc>
                <a:spcPct val="100000"/>
              </a:lnSpc>
              <a:spcBef>
                <a:spcPts val="600"/>
              </a:spcBef>
              <a:spcAft>
                <a:spcPts val="0"/>
              </a:spcAft>
              <a:buSzPts val="1000"/>
              <a:buNone/>
              <a:defRPr b="0" sz="1100">
                <a:solidFill>
                  <a:srgbClr val="7F7F7F"/>
                </a:solidFill>
              </a:defRPr>
            </a:lvl1pPr>
            <a:lvl2pPr lvl="1" algn="ctr">
              <a:lnSpc>
                <a:spcPct val="100000"/>
              </a:lnSpc>
              <a:spcBef>
                <a:spcPts val="600"/>
              </a:spcBef>
              <a:spcAft>
                <a:spcPts val="0"/>
              </a:spcAft>
              <a:buSzPts val="1300"/>
              <a:buNone/>
              <a:defRPr sz="1500"/>
            </a:lvl2pPr>
            <a:lvl3pPr lvl="2" algn="ctr">
              <a:lnSpc>
                <a:spcPct val="100000"/>
              </a:lnSpc>
              <a:spcBef>
                <a:spcPts val="600"/>
              </a:spcBef>
              <a:spcAft>
                <a:spcPts val="0"/>
              </a:spcAft>
              <a:buSzPts val="1100"/>
              <a:buNone/>
              <a:defRPr sz="1400"/>
            </a:lvl3pPr>
            <a:lvl4pPr lvl="3" algn="ctr">
              <a:lnSpc>
                <a:spcPct val="100000"/>
              </a:lnSpc>
              <a:spcBef>
                <a:spcPts val="600"/>
              </a:spcBef>
              <a:spcAft>
                <a:spcPts val="0"/>
              </a:spcAft>
              <a:buSzPts val="1000"/>
              <a:buNone/>
              <a:defRPr sz="1200"/>
            </a:lvl4pPr>
            <a:lvl5pPr lvl="4" algn="ctr">
              <a:lnSpc>
                <a:spcPct val="100000"/>
              </a:lnSpc>
              <a:spcBef>
                <a:spcPts val="600"/>
              </a:spcBef>
              <a:spcAft>
                <a:spcPts val="0"/>
              </a:spcAft>
              <a:buSzPts val="1000"/>
              <a:buNone/>
              <a:defRPr sz="1200"/>
            </a:lvl5pPr>
            <a:lvl6pPr lvl="5" algn="ctr">
              <a:lnSpc>
                <a:spcPct val="90000"/>
              </a:lnSpc>
              <a:spcBef>
                <a:spcPts val="6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80" name="Google Shape;80;p15"/>
          <p:cNvSpPr txBox="1"/>
          <p:nvPr>
            <p:ph idx="10" type="dt"/>
          </p:nvPr>
        </p:nvSpPr>
        <p:spPr>
          <a:xfrm>
            <a:off x="339555" y="1981747"/>
            <a:ext cx="887187" cy="283472"/>
          </a:xfrm>
          <a:prstGeom prst="rect">
            <a:avLst/>
          </a:prstGeom>
          <a:solidFill>
            <a:schemeClr val="accent1"/>
          </a:solidFill>
          <a:ln>
            <a:noFill/>
          </a:ln>
        </p:spPr>
        <p:txBody>
          <a:bodyPr anchorCtr="0" anchor="ctr" bIns="34275" lIns="68575" spcFirstLastPara="1" rIns="68575" wrap="square" tIns="34275">
            <a:noAutofit/>
          </a:bodyPr>
          <a:lstStyle>
            <a:lvl1pPr lvl="0" algn="ctr">
              <a:spcBef>
                <a:spcPts val="0"/>
              </a:spcBef>
              <a:spcAft>
                <a:spcPts val="0"/>
              </a:spcAft>
              <a:buSzPts val="1100"/>
              <a:buNone/>
              <a:defRPr sz="800">
                <a:solidFill>
                  <a:schemeClr val="dk1"/>
                </a:solidFill>
                <a:latin typeface="Verdana"/>
                <a:ea typeface="Verdana"/>
                <a:cs typeface="Verdana"/>
                <a:sym typeface="Verdana"/>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1" name="Google Shape;81;p15"/>
          <p:cNvSpPr txBox="1"/>
          <p:nvPr>
            <p:ph idx="11" type="ftr"/>
          </p:nvPr>
        </p:nvSpPr>
        <p:spPr>
          <a:xfrm>
            <a:off x="4967756" y="4782923"/>
            <a:ext cx="3220281"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2" name="Google Shape;82;p15"/>
          <p:cNvSpPr txBox="1"/>
          <p:nvPr>
            <p:ph idx="12" type="sldNum"/>
          </p:nvPr>
        </p:nvSpPr>
        <p:spPr>
          <a:xfrm>
            <a:off x="8361312" y="4782923"/>
            <a:ext cx="415425"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b="0" i="0" sz="800" u="none" cap="none" strike="noStrike">
                <a:solidFill>
                  <a:schemeClr val="dk1"/>
                </a:solidFill>
                <a:latin typeface="Verdana"/>
                <a:ea typeface="Verdana"/>
                <a:cs typeface="Verdana"/>
                <a:sym typeface="Verdana"/>
              </a:defRPr>
            </a:lvl1pPr>
            <a:lvl2pPr indent="0" lvl="1" marL="0" algn="ctr">
              <a:spcBef>
                <a:spcPts val="0"/>
              </a:spcBef>
              <a:buNone/>
              <a:defRPr b="0" i="0" sz="800" u="none" cap="none" strike="noStrike">
                <a:solidFill>
                  <a:schemeClr val="dk1"/>
                </a:solidFill>
                <a:latin typeface="Verdana"/>
                <a:ea typeface="Verdana"/>
                <a:cs typeface="Verdana"/>
                <a:sym typeface="Verdana"/>
              </a:defRPr>
            </a:lvl2pPr>
            <a:lvl3pPr indent="0" lvl="2" marL="0" algn="ctr">
              <a:spcBef>
                <a:spcPts val="0"/>
              </a:spcBef>
              <a:buNone/>
              <a:defRPr b="0" i="0" sz="800" u="none" cap="none" strike="noStrike">
                <a:solidFill>
                  <a:schemeClr val="dk1"/>
                </a:solidFill>
                <a:latin typeface="Verdana"/>
                <a:ea typeface="Verdana"/>
                <a:cs typeface="Verdana"/>
                <a:sym typeface="Verdana"/>
              </a:defRPr>
            </a:lvl3pPr>
            <a:lvl4pPr indent="0" lvl="3" marL="0" algn="ctr">
              <a:spcBef>
                <a:spcPts val="0"/>
              </a:spcBef>
              <a:buNone/>
              <a:defRPr b="0" i="0" sz="800" u="none" cap="none" strike="noStrike">
                <a:solidFill>
                  <a:schemeClr val="dk1"/>
                </a:solidFill>
                <a:latin typeface="Verdana"/>
                <a:ea typeface="Verdana"/>
                <a:cs typeface="Verdana"/>
                <a:sym typeface="Verdana"/>
              </a:defRPr>
            </a:lvl4pPr>
            <a:lvl5pPr indent="0" lvl="4" marL="0" algn="ctr">
              <a:spcBef>
                <a:spcPts val="0"/>
              </a:spcBef>
              <a:buNone/>
              <a:defRPr b="0" i="0" sz="800" u="none" cap="none" strike="noStrike">
                <a:solidFill>
                  <a:schemeClr val="dk1"/>
                </a:solidFill>
                <a:latin typeface="Verdana"/>
                <a:ea typeface="Verdana"/>
                <a:cs typeface="Verdana"/>
                <a:sym typeface="Verdana"/>
              </a:defRPr>
            </a:lvl5pPr>
            <a:lvl6pPr indent="0" lvl="5" marL="0" algn="ctr">
              <a:spcBef>
                <a:spcPts val="0"/>
              </a:spcBef>
              <a:buNone/>
              <a:defRPr b="0" i="0" sz="800" u="none" cap="none" strike="noStrike">
                <a:solidFill>
                  <a:schemeClr val="dk1"/>
                </a:solidFill>
                <a:latin typeface="Verdana"/>
                <a:ea typeface="Verdana"/>
                <a:cs typeface="Verdana"/>
                <a:sym typeface="Verdana"/>
              </a:defRPr>
            </a:lvl6pPr>
            <a:lvl7pPr indent="0" lvl="6" marL="0" algn="ctr">
              <a:spcBef>
                <a:spcPts val="0"/>
              </a:spcBef>
              <a:buNone/>
              <a:defRPr b="0" i="0" sz="800" u="none" cap="none" strike="noStrike">
                <a:solidFill>
                  <a:schemeClr val="dk1"/>
                </a:solidFill>
                <a:latin typeface="Verdana"/>
                <a:ea typeface="Verdana"/>
                <a:cs typeface="Verdana"/>
                <a:sym typeface="Verdana"/>
              </a:defRPr>
            </a:lvl7pPr>
            <a:lvl8pPr indent="0" lvl="7" marL="0" algn="ctr">
              <a:spcBef>
                <a:spcPts val="0"/>
              </a:spcBef>
              <a:buNone/>
              <a:defRPr b="0" i="0" sz="800" u="none" cap="none" strike="noStrike">
                <a:solidFill>
                  <a:schemeClr val="dk1"/>
                </a:solidFill>
                <a:latin typeface="Verdana"/>
                <a:ea typeface="Verdana"/>
                <a:cs typeface="Verdana"/>
                <a:sym typeface="Verdana"/>
              </a:defRPr>
            </a:lvl8pPr>
            <a:lvl9pPr indent="0" lvl="8" marL="0" algn="ctr">
              <a:spcBef>
                <a:spcPts val="0"/>
              </a:spcBef>
              <a:buNone/>
              <a:defRPr b="0" i="0" sz="800" u="none" cap="none" strike="noStrike">
                <a:solidFill>
                  <a:schemeClr val="dk1"/>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zh-CN"/>
              <a:t>‹#›</a:t>
            </a:fld>
            <a:endParaRPr/>
          </a:p>
        </p:txBody>
      </p:sp>
      <p:grpSp>
        <p:nvGrpSpPr>
          <p:cNvPr id="83" name="Google Shape;83;p15"/>
          <p:cNvGrpSpPr/>
          <p:nvPr/>
        </p:nvGrpSpPr>
        <p:grpSpPr>
          <a:xfrm>
            <a:off x="0" y="0"/>
            <a:ext cx="9144000" cy="297873"/>
            <a:chOff x="421830" y="1342659"/>
            <a:chExt cx="10018760" cy="290558"/>
          </a:xfrm>
        </p:grpSpPr>
        <p:sp>
          <p:nvSpPr>
            <p:cNvPr id="84" name="Google Shape;84;p15"/>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85" name="Google Shape;85;p15"/>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86" name="Google Shape;86;p15"/>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87" name="Google Shape;87;p15"/>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88" name="Google Shape;88;p15"/>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grpSp>
      <p:pic>
        <p:nvPicPr>
          <p:cNvPr descr="University of Waterloo logo" id="89" name="Google Shape;89;p15"/>
          <p:cNvPicPr preferRelativeResize="0"/>
          <p:nvPr/>
        </p:nvPicPr>
        <p:blipFill rotWithShape="1">
          <a:blip r:embed="rId2">
            <a:alphaModFix/>
          </a:blip>
          <a:srcRect b="0" l="0" r="0" t="0"/>
          <a:stretch/>
        </p:blipFill>
        <p:spPr>
          <a:xfrm>
            <a:off x="-24871" y="3978541"/>
            <a:ext cx="2819276" cy="111316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lack" showMasterSp="0">
  <p:cSld name="Title Slide Black">
    <p:bg>
      <p:bgPr>
        <a:solidFill>
          <a:schemeClr val="dk1"/>
        </a:solidFill>
      </p:bgPr>
    </p:bg>
    <p:spTree>
      <p:nvGrpSpPr>
        <p:cNvPr id="90" name="Shape 90"/>
        <p:cNvGrpSpPr/>
        <p:nvPr/>
      </p:nvGrpSpPr>
      <p:grpSpPr>
        <a:xfrm>
          <a:off x="0" y="0"/>
          <a:ext cx="0" cy="0"/>
          <a:chOff x="0" y="0"/>
          <a:chExt cx="0" cy="0"/>
        </a:xfrm>
      </p:grpSpPr>
      <p:sp>
        <p:nvSpPr>
          <p:cNvPr id="91" name="Google Shape;91;p16"/>
          <p:cNvSpPr txBox="1"/>
          <p:nvPr>
            <p:ph type="ctrTitle"/>
          </p:nvPr>
        </p:nvSpPr>
        <p:spPr>
          <a:xfrm>
            <a:off x="339555" y="771705"/>
            <a:ext cx="7137570" cy="1105586"/>
          </a:xfrm>
          <a:prstGeom prst="rect">
            <a:avLst/>
          </a:prstGeom>
          <a:noFill/>
          <a:ln>
            <a:noFill/>
          </a:ln>
        </p:spPr>
        <p:txBody>
          <a:bodyPr anchorCtr="0" anchor="b" bIns="34275" lIns="0" spcFirstLastPara="1" rIns="68575" wrap="square" tIns="34275">
            <a:noAutofit/>
          </a:bodyPr>
          <a:lstStyle>
            <a:lvl1pPr lvl="0" algn="l">
              <a:lnSpc>
                <a:spcPct val="85000"/>
              </a:lnSpc>
              <a:spcBef>
                <a:spcPts val="0"/>
              </a:spcBef>
              <a:spcAft>
                <a:spcPts val="0"/>
              </a:spcAft>
              <a:buClr>
                <a:schemeClr val="lt1"/>
              </a:buClr>
              <a:buSzPts val="4100"/>
              <a:buFont typeface="Barlow Condensed"/>
              <a:buNone/>
              <a:defRPr b="1" sz="4100" cap="none">
                <a:solidFill>
                  <a:schemeClr val="lt1"/>
                </a:solidFill>
                <a:latin typeface="Barlow Condensed"/>
                <a:ea typeface="Barlow Condensed"/>
                <a:cs typeface="Barlow Condensed"/>
                <a:sym typeface="Barlow Condense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6"/>
          <p:cNvSpPr txBox="1"/>
          <p:nvPr>
            <p:ph idx="1" type="subTitle"/>
          </p:nvPr>
        </p:nvSpPr>
        <p:spPr>
          <a:xfrm>
            <a:off x="339555" y="3200116"/>
            <a:ext cx="4114682" cy="499912"/>
          </a:xfrm>
          <a:prstGeom prst="rect">
            <a:avLst/>
          </a:prstGeom>
          <a:noFill/>
          <a:ln>
            <a:noFill/>
          </a:ln>
        </p:spPr>
        <p:txBody>
          <a:bodyPr anchorCtr="0" anchor="t" bIns="34275" lIns="0" spcFirstLastPara="1" rIns="68575" wrap="square" tIns="34275">
            <a:normAutofit/>
          </a:bodyPr>
          <a:lstStyle>
            <a:lvl1pPr lvl="0" algn="l">
              <a:lnSpc>
                <a:spcPct val="100000"/>
              </a:lnSpc>
              <a:spcBef>
                <a:spcPts val="600"/>
              </a:spcBef>
              <a:spcAft>
                <a:spcPts val="0"/>
              </a:spcAft>
              <a:buSzPts val="1000"/>
              <a:buNone/>
              <a:defRPr b="0" sz="1100">
                <a:solidFill>
                  <a:srgbClr val="D8D8D8"/>
                </a:solidFill>
              </a:defRPr>
            </a:lvl1pPr>
            <a:lvl2pPr lvl="1" algn="ctr">
              <a:lnSpc>
                <a:spcPct val="100000"/>
              </a:lnSpc>
              <a:spcBef>
                <a:spcPts val="600"/>
              </a:spcBef>
              <a:spcAft>
                <a:spcPts val="0"/>
              </a:spcAft>
              <a:buSzPts val="1300"/>
              <a:buNone/>
              <a:defRPr sz="1500"/>
            </a:lvl2pPr>
            <a:lvl3pPr lvl="2" algn="ctr">
              <a:lnSpc>
                <a:spcPct val="100000"/>
              </a:lnSpc>
              <a:spcBef>
                <a:spcPts val="600"/>
              </a:spcBef>
              <a:spcAft>
                <a:spcPts val="0"/>
              </a:spcAft>
              <a:buSzPts val="1100"/>
              <a:buNone/>
              <a:defRPr sz="1400"/>
            </a:lvl3pPr>
            <a:lvl4pPr lvl="3" algn="ctr">
              <a:lnSpc>
                <a:spcPct val="100000"/>
              </a:lnSpc>
              <a:spcBef>
                <a:spcPts val="600"/>
              </a:spcBef>
              <a:spcAft>
                <a:spcPts val="0"/>
              </a:spcAft>
              <a:buSzPts val="1000"/>
              <a:buNone/>
              <a:defRPr sz="1200"/>
            </a:lvl4pPr>
            <a:lvl5pPr lvl="4" algn="ctr">
              <a:lnSpc>
                <a:spcPct val="100000"/>
              </a:lnSpc>
              <a:spcBef>
                <a:spcPts val="600"/>
              </a:spcBef>
              <a:spcAft>
                <a:spcPts val="0"/>
              </a:spcAft>
              <a:buSzPts val="1000"/>
              <a:buNone/>
              <a:defRPr sz="1200"/>
            </a:lvl5pPr>
            <a:lvl6pPr lvl="5" algn="ctr">
              <a:lnSpc>
                <a:spcPct val="90000"/>
              </a:lnSpc>
              <a:spcBef>
                <a:spcPts val="6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93" name="Google Shape;93;p16"/>
          <p:cNvSpPr txBox="1"/>
          <p:nvPr>
            <p:ph idx="10" type="dt"/>
          </p:nvPr>
        </p:nvSpPr>
        <p:spPr>
          <a:xfrm>
            <a:off x="339555" y="1981747"/>
            <a:ext cx="887187" cy="283472"/>
          </a:xfrm>
          <a:prstGeom prst="rect">
            <a:avLst/>
          </a:prstGeom>
          <a:solidFill>
            <a:schemeClr val="accent1"/>
          </a:solidFill>
          <a:ln>
            <a:noFill/>
          </a:ln>
        </p:spPr>
        <p:txBody>
          <a:bodyPr anchorCtr="0" anchor="ctr" bIns="34275" lIns="68575" spcFirstLastPara="1" rIns="68575" wrap="square" tIns="34275">
            <a:noAutofit/>
          </a:bodyPr>
          <a:lstStyle>
            <a:lvl1pPr lvl="0" algn="ctr">
              <a:spcBef>
                <a:spcPts val="0"/>
              </a:spcBef>
              <a:spcAft>
                <a:spcPts val="0"/>
              </a:spcAft>
              <a:buSzPts val="1100"/>
              <a:buNone/>
              <a:defRPr sz="800">
                <a:solidFill>
                  <a:schemeClr val="dk1"/>
                </a:solidFill>
                <a:latin typeface="Verdana"/>
                <a:ea typeface="Verdana"/>
                <a:cs typeface="Verdana"/>
                <a:sym typeface="Verdana"/>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6"/>
          <p:cNvSpPr txBox="1"/>
          <p:nvPr>
            <p:ph idx="11" type="ftr"/>
          </p:nvPr>
        </p:nvSpPr>
        <p:spPr>
          <a:xfrm>
            <a:off x="4967756" y="4782923"/>
            <a:ext cx="3220281"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solidFill>
                  <a:srgbClr val="D8D8D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6"/>
          <p:cNvSpPr txBox="1"/>
          <p:nvPr>
            <p:ph idx="12" type="sldNum"/>
          </p:nvPr>
        </p:nvSpPr>
        <p:spPr>
          <a:xfrm>
            <a:off x="8361312" y="4782923"/>
            <a:ext cx="415425"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b="0" i="0" sz="800" u="none" cap="none" strike="noStrike">
                <a:solidFill>
                  <a:srgbClr val="D8D8D8"/>
                </a:solidFill>
                <a:latin typeface="Verdana"/>
                <a:ea typeface="Verdana"/>
                <a:cs typeface="Verdana"/>
                <a:sym typeface="Verdana"/>
              </a:defRPr>
            </a:lvl1pPr>
            <a:lvl2pPr indent="0" lvl="1" marL="0" algn="ctr">
              <a:spcBef>
                <a:spcPts val="0"/>
              </a:spcBef>
              <a:buNone/>
              <a:defRPr b="0" i="0" sz="800" u="none" cap="none" strike="noStrike">
                <a:solidFill>
                  <a:srgbClr val="D8D8D8"/>
                </a:solidFill>
                <a:latin typeface="Verdana"/>
                <a:ea typeface="Verdana"/>
                <a:cs typeface="Verdana"/>
                <a:sym typeface="Verdana"/>
              </a:defRPr>
            </a:lvl2pPr>
            <a:lvl3pPr indent="0" lvl="2" marL="0" algn="ctr">
              <a:spcBef>
                <a:spcPts val="0"/>
              </a:spcBef>
              <a:buNone/>
              <a:defRPr b="0" i="0" sz="800" u="none" cap="none" strike="noStrike">
                <a:solidFill>
                  <a:srgbClr val="D8D8D8"/>
                </a:solidFill>
                <a:latin typeface="Verdana"/>
                <a:ea typeface="Verdana"/>
                <a:cs typeface="Verdana"/>
                <a:sym typeface="Verdana"/>
              </a:defRPr>
            </a:lvl3pPr>
            <a:lvl4pPr indent="0" lvl="3" marL="0" algn="ctr">
              <a:spcBef>
                <a:spcPts val="0"/>
              </a:spcBef>
              <a:buNone/>
              <a:defRPr b="0" i="0" sz="800" u="none" cap="none" strike="noStrike">
                <a:solidFill>
                  <a:srgbClr val="D8D8D8"/>
                </a:solidFill>
                <a:latin typeface="Verdana"/>
                <a:ea typeface="Verdana"/>
                <a:cs typeface="Verdana"/>
                <a:sym typeface="Verdana"/>
              </a:defRPr>
            </a:lvl4pPr>
            <a:lvl5pPr indent="0" lvl="4" marL="0" algn="ctr">
              <a:spcBef>
                <a:spcPts val="0"/>
              </a:spcBef>
              <a:buNone/>
              <a:defRPr b="0" i="0" sz="800" u="none" cap="none" strike="noStrike">
                <a:solidFill>
                  <a:srgbClr val="D8D8D8"/>
                </a:solidFill>
                <a:latin typeface="Verdana"/>
                <a:ea typeface="Verdana"/>
                <a:cs typeface="Verdana"/>
                <a:sym typeface="Verdana"/>
              </a:defRPr>
            </a:lvl5pPr>
            <a:lvl6pPr indent="0" lvl="5" marL="0" algn="ctr">
              <a:spcBef>
                <a:spcPts val="0"/>
              </a:spcBef>
              <a:buNone/>
              <a:defRPr b="0" i="0" sz="800" u="none" cap="none" strike="noStrike">
                <a:solidFill>
                  <a:srgbClr val="D8D8D8"/>
                </a:solidFill>
                <a:latin typeface="Verdana"/>
                <a:ea typeface="Verdana"/>
                <a:cs typeface="Verdana"/>
                <a:sym typeface="Verdana"/>
              </a:defRPr>
            </a:lvl6pPr>
            <a:lvl7pPr indent="0" lvl="6" marL="0" algn="ctr">
              <a:spcBef>
                <a:spcPts val="0"/>
              </a:spcBef>
              <a:buNone/>
              <a:defRPr b="0" i="0" sz="800" u="none" cap="none" strike="noStrike">
                <a:solidFill>
                  <a:srgbClr val="D8D8D8"/>
                </a:solidFill>
                <a:latin typeface="Verdana"/>
                <a:ea typeface="Verdana"/>
                <a:cs typeface="Verdana"/>
                <a:sym typeface="Verdana"/>
              </a:defRPr>
            </a:lvl7pPr>
            <a:lvl8pPr indent="0" lvl="7" marL="0" algn="ctr">
              <a:spcBef>
                <a:spcPts val="0"/>
              </a:spcBef>
              <a:buNone/>
              <a:defRPr b="0" i="0" sz="800" u="none" cap="none" strike="noStrike">
                <a:solidFill>
                  <a:srgbClr val="D8D8D8"/>
                </a:solidFill>
                <a:latin typeface="Verdana"/>
                <a:ea typeface="Verdana"/>
                <a:cs typeface="Verdana"/>
                <a:sym typeface="Verdana"/>
              </a:defRPr>
            </a:lvl8pPr>
            <a:lvl9pPr indent="0" lvl="8" marL="0" algn="ctr">
              <a:spcBef>
                <a:spcPts val="0"/>
              </a:spcBef>
              <a:buNone/>
              <a:defRPr b="0" i="0" sz="800" u="none" cap="none" strike="noStrike">
                <a:solidFill>
                  <a:srgbClr val="D8D8D8"/>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zh-CN"/>
              <a:t>‹#›</a:t>
            </a:fld>
            <a:endParaRPr/>
          </a:p>
        </p:txBody>
      </p:sp>
      <p:grpSp>
        <p:nvGrpSpPr>
          <p:cNvPr id="96" name="Google Shape;96;p16"/>
          <p:cNvGrpSpPr/>
          <p:nvPr/>
        </p:nvGrpSpPr>
        <p:grpSpPr>
          <a:xfrm>
            <a:off x="0" y="0"/>
            <a:ext cx="9144000" cy="297873"/>
            <a:chOff x="421830" y="1342659"/>
            <a:chExt cx="10018760" cy="290558"/>
          </a:xfrm>
        </p:grpSpPr>
        <p:sp>
          <p:nvSpPr>
            <p:cNvPr id="97" name="Google Shape;97;p16"/>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98" name="Google Shape;98;p16"/>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99" name="Google Shape;99;p16"/>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100" name="Google Shape;100;p16"/>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101" name="Google Shape;101;p16"/>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grpSp>
      <p:pic>
        <p:nvPicPr>
          <p:cNvPr descr="University of Waterloo logo" id="102" name="Google Shape;102;p16"/>
          <p:cNvPicPr preferRelativeResize="0"/>
          <p:nvPr/>
        </p:nvPicPr>
        <p:blipFill rotWithShape="1">
          <a:blip r:embed="rId2">
            <a:alphaModFix/>
          </a:blip>
          <a:srcRect b="0" l="0" r="0" t="0"/>
          <a:stretch/>
        </p:blipFill>
        <p:spPr>
          <a:xfrm>
            <a:off x="-48118" y="3978542"/>
            <a:ext cx="2819276" cy="111316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lack with Image" showMasterSp="0">
  <p:cSld name="Title Slide Black with Image">
    <p:bg>
      <p:bgPr>
        <a:solidFill>
          <a:schemeClr val="dk1"/>
        </a:solidFill>
      </p:bgPr>
    </p:bg>
    <p:spTree>
      <p:nvGrpSpPr>
        <p:cNvPr id="103" name="Shape 103"/>
        <p:cNvGrpSpPr/>
        <p:nvPr/>
      </p:nvGrpSpPr>
      <p:grpSpPr>
        <a:xfrm>
          <a:off x="0" y="0"/>
          <a:ext cx="0" cy="0"/>
          <a:chOff x="0" y="0"/>
          <a:chExt cx="0" cy="0"/>
        </a:xfrm>
      </p:grpSpPr>
      <p:sp>
        <p:nvSpPr>
          <p:cNvPr id="104" name="Google Shape;104;p17"/>
          <p:cNvSpPr/>
          <p:nvPr>
            <p:ph idx="2" type="pic"/>
          </p:nvPr>
        </p:nvSpPr>
        <p:spPr>
          <a:xfrm>
            <a:off x="4570593" y="297873"/>
            <a:ext cx="4573407" cy="4845627"/>
          </a:xfrm>
          <a:prstGeom prst="rect">
            <a:avLst/>
          </a:prstGeom>
          <a:noFill/>
          <a:ln>
            <a:noFill/>
          </a:ln>
        </p:spPr>
      </p:sp>
      <p:sp>
        <p:nvSpPr>
          <p:cNvPr id="105" name="Google Shape;105;p17"/>
          <p:cNvSpPr txBox="1"/>
          <p:nvPr>
            <p:ph type="ctrTitle"/>
          </p:nvPr>
        </p:nvSpPr>
        <p:spPr>
          <a:xfrm>
            <a:off x="339555" y="771705"/>
            <a:ext cx="4114682" cy="1105586"/>
          </a:xfrm>
          <a:prstGeom prst="rect">
            <a:avLst/>
          </a:prstGeom>
          <a:noFill/>
          <a:ln>
            <a:noFill/>
          </a:ln>
        </p:spPr>
        <p:txBody>
          <a:bodyPr anchorCtr="0" anchor="b" bIns="34275" lIns="0" spcFirstLastPara="1" rIns="68575" wrap="square" tIns="34275">
            <a:noAutofit/>
          </a:bodyPr>
          <a:lstStyle>
            <a:lvl1pPr lvl="0" algn="l">
              <a:lnSpc>
                <a:spcPct val="85000"/>
              </a:lnSpc>
              <a:spcBef>
                <a:spcPts val="0"/>
              </a:spcBef>
              <a:spcAft>
                <a:spcPts val="0"/>
              </a:spcAft>
              <a:buClr>
                <a:schemeClr val="lt1"/>
              </a:buClr>
              <a:buSzPts val="4100"/>
              <a:buFont typeface="Barlow Condensed"/>
              <a:buNone/>
              <a:defRPr b="1" sz="4100" cap="none">
                <a:solidFill>
                  <a:schemeClr val="lt1"/>
                </a:solidFill>
                <a:latin typeface="Barlow Condensed"/>
                <a:ea typeface="Barlow Condensed"/>
                <a:cs typeface="Barlow Condensed"/>
                <a:sym typeface="Barlow Condense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6" name="Google Shape;106;p17"/>
          <p:cNvSpPr txBox="1"/>
          <p:nvPr>
            <p:ph idx="1" type="subTitle"/>
          </p:nvPr>
        </p:nvSpPr>
        <p:spPr>
          <a:xfrm>
            <a:off x="339555" y="3200116"/>
            <a:ext cx="4114682" cy="499912"/>
          </a:xfrm>
          <a:prstGeom prst="rect">
            <a:avLst/>
          </a:prstGeom>
          <a:noFill/>
          <a:ln>
            <a:noFill/>
          </a:ln>
        </p:spPr>
        <p:txBody>
          <a:bodyPr anchorCtr="0" anchor="t" bIns="34275" lIns="0" spcFirstLastPara="1" rIns="68575" wrap="square" tIns="34275">
            <a:normAutofit/>
          </a:bodyPr>
          <a:lstStyle>
            <a:lvl1pPr lvl="0" algn="l">
              <a:lnSpc>
                <a:spcPct val="100000"/>
              </a:lnSpc>
              <a:spcBef>
                <a:spcPts val="600"/>
              </a:spcBef>
              <a:spcAft>
                <a:spcPts val="0"/>
              </a:spcAft>
              <a:buSzPts val="1000"/>
              <a:buNone/>
              <a:defRPr b="0" sz="1100">
                <a:solidFill>
                  <a:srgbClr val="D8D8D8"/>
                </a:solidFill>
              </a:defRPr>
            </a:lvl1pPr>
            <a:lvl2pPr lvl="1" algn="ctr">
              <a:lnSpc>
                <a:spcPct val="100000"/>
              </a:lnSpc>
              <a:spcBef>
                <a:spcPts val="600"/>
              </a:spcBef>
              <a:spcAft>
                <a:spcPts val="0"/>
              </a:spcAft>
              <a:buSzPts val="1300"/>
              <a:buNone/>
              <a:defRPr sz="1500"/>
            </a:lvl2pPr>
            <a:lvl3pPr lvl="2" algn="ctr">
              <a:lnSpc>
                <a:spcPct val="100000"/>
              </a:lnSpc>
              <a:spcBef>
                <a:spcPts val="600"/>
              </a:spcBef>
              <a:spcAft>
                <a:spcPts val="0"/>
              </a:spcAft>
              <a:buSzPts val="1100"/>
              <a:buNone/>
              <a:defRPr sz="1400"/>
            </a:lvl3pPr>
            <a:lvl4pPr lvl="3" algn="ctr">
              <a:lnSpc>
                <a:spcPct val="100000"/>
              </a:lnSpc>
              <a:spcBef>
                <a:spcPts val="600"/>
              </a:spcBef>
              <a:spcAft>
                <a:spcPts val="0"/>
              </a:spcAft>
              <a:buSzPts val="1000"/>
              <a:buNone/>
              <a:defRPr sz="1200"/>
            </a:lvl4pPr>
            <a:lvl5pPr lvl="4" algn="ctr">
              <a:lnSpc>
                <a:spcPct val="100000"/>
              </a:lnSpc>
              <a:spcBef>
                <a:spcPts val="600"/>
              </a:spcBef>
              <a:spcAft>
                <a:spcPts val="0"/>
              </a:spcAft>
              <a:buSzPts val="1000"/>
              <a:buNone/>
              <a:defRPr sz="1200"/>
            </a:lvl5pPr>
            <a:lvl6pPr lvl="5" algn="ctr">
              <a:lnSpc>
                <a:spcPct val="90000"/>
              </a:lnSpc>
              <a:spcBef>
                <a:spcPts val="6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07" name="Google Shape;107;p17"/>
          <p:cNvSpPr txBox="1"/>
          <p:nvPr>
            <p:ph idx="10" type="dt"/>
          </p:nvPr>
        </p:nvSpPr>
        <p:spPr>
          <a:xfrm>
            <a:off x="339555" y="1981747"/>
            <a:ext cx="887187" cy="283472"/>
          </a:xfrm>
          <a:prstGeom prst="rect">
            <a:avLst/>
          </a:prstGeom>
          <a:solidFill>
            <a:schemeClr val="accent1"/>
          </a:solidFill>
          <a:ln>
            <a:noFill/>
          </a:ln>
        </p:spPr>
        <p:txBody>
          <a:bodyPr anchorCtr="0" anchor="ctr" bIns="34275" lIns="68575" spcFirstLastPara="1" rIns="68575" wrap="square" tIns="34275">
            <a:noAutofit/>
          </a:bodyPr>
          <a:lstStyle>
            <a:lvl1pPr lvl="0" algn="ctr">
              <a:spcBef>
                <a:spcPts val="0"/>
              </a:spcBef>
              <a:spcAft>
                <a:spcPts val="0"/>
              </a:spcAft>
              <a:buSzPts val="1100"/>
              <a:buNone/>
              <a:defRPr sz="800">
                <a:solidFill>
                  <a:schemeClr val="dk1"/>
                </a:solidFill>
                <a:latin typeface="Verdana"/>
                <a:ea typeface="Verdana"/>
                <a:cs typeface="Verdana"/>
                <a:sym typeface="Verdana"/>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8" name="Google Shape;108;p17"/>
          <p:cNvSpPr txBox="1"/>
          <p:nvPr>
            <p:ph idx="11" type="ftr"/>
          </p:nvPr>
        </p:nvSpPr>
        <p:spPr>
          <a:xfrm>
            <a:off x="4967756" y="4782923"/>
            <a:ext cx="3220281"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solidFill>
                  <a:srgbClr val="D8D8D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9" name="Google Shape;109;p17"/>
          <p:cNvSpPr txBox="1"/>
          <p:nvPr>
            <p:ph idx="12" type="sldNum"/>
          </p:nvPr>
        </p:nvSpPr>
        <p:spPr>
          <a:xfrm>
            <a:off x="8361312" y="4782923"/>
            <a:ext cx="415425"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b="0" i="0" sz="800" u="none" cap="none" strike="noStrike">
                <a:solidFill>
                  <a:srgbClr val="D8D8D8"/>
                </a:solidFill>
                <a:latin typeface="Verdana"/>
                <a:ea typeface="Verdana"/>
                <a:cs typeface="Verdana"/>
                <a:sym typeface="Verdana"/>
              </a:defRPr>
            </a:lvl1pPr>
            <a:lvl2pPr indent="0" lvl="1" marL="0" algn="ctr">
              <a:spcBef>
                <a:spcPts val="0"/>
              </a:spcBef>
              <a:buNone/>
              <a:defRPr b="0" i="0" sz="800" u="none" cap="none" strike="noStrike">
                <a:solidFill>
                  <a:srgbClr val="D8D8D8"/>
                </a:solidFill>
                <a:latin typeface="Verdana"/>
                <a:ea typeface="Verdana"/>
                <a:cs typeface="Verdana"/>
                <a:sym typeface="Verdana"/>
              </a:defRPr>
            </a:lvl2pPr>
            <a:lvl3pPr indent="0" lvl="2" marL="0" algn="ctr">
              <a:spcBef>
                <a:spcPts val="0"/>
              </a:spcBef>
              <a:buNone/>
              <a:defRPr b="0" i="0" sz="800" u="none" cap="none" strike="noStrike">
                <a:solidFill>
                  <a:srgbClr val="D8D8D8"/>
                </a:solidFill>
                <a:latin typeface="Verdana"/>
                <a:ea typeface="Verdana"/>
                <a:cs typeface="Verdana"/>
                <a:sym typeface="Verdana"/>
              </a:defRPr>
            </a:lvl3pPr>
            <a:lvl4pPr indent="0" lvl="3" marL="0" algn="ctr">
              <a:spcBef>
                <a:spcPts val="0"/>
              </a:spcBef>
              <a:buNone/>
              <a:defRPr b="0" i="0" sz="800" u="none" cap="none" strike="noStrike">
                <a:solidFill>
                  <a:srgbClr val="D8D8D8"/>
                </a:solidFill>
                <a:latin typeface="Verdana"/>
                <a:ea typeface="Verdana"/>
                <a:cs typeface="Verdana"/>
                <a:sym typeface="Verdana"/>
              </a:defRPr>
            </a:lvl4pPr>
            <a:lvl5pPr indent="0" lvl="4" marL="0" algn="ctr">
              <a:spcBef>
                <a:spcPts val="0"/>
              </a:spcBef>
              <a:buNone/>
              <a:defRPr b="0" i="0" sz="800" u="none" cap="none" strike="noStrike">
                <a:solidFill>
                  <a:srgbClr val="D8D8D8"/>
                </a:solidFill>
                <a:latin typeface="Verdana"/>
                <a:ea typeface="Verdana"/>
                <a:cs typeface="Verdana"/>
                <a:sym typeface="Verdana"/>
              </a:defRPr>
            </a:lvl5pPr>
            <a:lvl6pPr indent="0" lvl="5" marL="0" algn="ctr">
              <a:spcBef>
                <a:spcPts val="0"/>
              </a:spcBef>
              <a:buNone/>
              <a:defRPr b="0" i="0" sz="800" u="none" cap="none" strike="noStrike">
                <a:solidFill>
                  <a:srgbClr val="D8D8D8"/>
                </a:solidFill>
                <a:latin typeface="Verdana"/>
                <a:ea typeface="Verdana"/>
                <a:cs typeface="Verdana"/>
                <a:sym typeface="Verdana"/>
              </a:defRPr>
            </a:lvl6pPr>
            <a:lvl7pPr indent="0" lvl="6" marL="0" algn="ctr">
              <a:spcBef>
                <a:spcPts val="0"/>
              </a:spcBef>
              <a:buNone/>
              <a:defRPr b="0" i="0" sz="800" u="none" cap="none" strike="noStrike">
                <a:solidFill>
                  <a:srgbClr val="D8D8D8"/>
                </a:solidFill>
                <a:latin typeface="Verdana"/>
                <a:ea typeface="Verdana"/>
                <a:cs typeface="Verdana"/>
                <a:sym typeface="Verdana"/>
              </a:defRPr>
            </a:lvl7pPr>
            <a:lvl8pPr indent="0" lvl="7" marL="0" algn="ctr">
              <a:spcBef>
                <a:spcPts val="0"/>
              </a:spcBef>
              <a:buNone/>
              <a:defRPr b="0" i="0" sz="800" u="none" cap="none" strike="noStrike">
                <a:solidFill>
                  <a:srgbClr val="D8D8D8"/>
                </a:solidFill>
                <a:latin typeface="Verdana"/>
                <a:ea typeface="Verdana"/>
                <a:cs typeface="Verdana"/>
                <a:sym typeface="Verdana"/>
              </a:defRPr>
            </a:lvl8pPr>
            <a:lvl9pPr indent="0" lvl="8" marL="0" algn="ctr">
              <a:spcBef>
                <a:spcPts val="0"/>
              </a:spcBef>
              <a:buNone/>
              <a:defRPr b="0" i="0" sz="800" u="none" cap="none" strike="noStrike">
                <a:solidFill>
                  <a:srgbClr val="D8D8D8"/>
                </a:solidFill>
                <a:latin typeface="Verdana"/>
                <a:ea typeface="Verdana"/>
                <a:cs typeface="Verdana"/>
                <a:sym typeface="Verdana"/>
              </a:defRPr>
            </a:lvl9pPr>
          </a:lstStyle>
          <a:p>
            <a:pPr indent="0" lvl="0" marL="0" rtl="0" algn="ctr">
              <a:spcBef>
                <a:spcPts val="0"/>
              </a:spcBef>
              <a:spcAft>
                <a:spcPts val="0"/>
              </a:spcAft>
              <a:buNone/>
            </a:pPr>
            <a:fld id="{00000000-1234-1234-1234-123412341234}" type="slidenum">
              <a:rPr lang="zh-CN"/>
              <a:t>‹#›</a:t>
            </a:fld>
            <a:endParaRPr/>
          </a:p>
        </p:txBody>
      </p:sp>
      <p:grpSp>
        <p:nvGrpSpPr>
          <p:cNvPr id="110" name="Google Shape;110;p17"/>
          <p:cNvGrpSpPr/>
          <p:nvPr/>
        </p:nvGrpSpPr>
        <p:grpSpPr>
          <a:xfrm>
            <a:off x="0" y="0"/>
            <a:ext cx="9144000" cy="297873"/>
            <a:chOff x="421830" y="1342659"/>
            <a:chExt cx="10018760" cy="290558"/>
          </a:xfrm>
        </p:grpSpPr>
        <p:sp>
          <p:nvSpPr>
            <p:cNvPr id="111" name="Google Shape;111;p17"/>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112" name="Google Shape;112;p17"/>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113" name="Google Shape;113;p17"/>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114" name="Google Shape;114;p17"/>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115" name="Google Shape;115;p17"/>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grpSp>
      <p:pic>
        <p:nvPicPr>
          <p:cNvPr descr="University of Waterloo logo" id="116" name="Google Shape;116;p17"/>
          <p:cNvPicPr preferRelativeResize="0"/>
          <p:nvPr/>
        </p:nvPicPr>
        <p:blipFill rotWithShape="1">
          <a:blip r:embed="rId2">
            <a:alphaModFix/>
          </a:blip>
          <a:srcRect b="0" l="0" r="0" t="0"/>
          <a:stretch/>
        </p:blipFill>
        <p:spPr>
          <a:xfrm>
            <a:off x="-48118" y="3978542"/>
            <a:ext cx="2819276" cy="111316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17" name="Shape 117"/>
        <p:cNvGrpSpPr/>
        <p:nvPr/>
      </p:nvGrpSpPr>
      <p:grpSpPr>
        <a:xfrm>
          <a:off x="0" y="0"/>
          <a:ext cx="0" cy="0"/>
          <a:chOff x="0" y="0"/>
          <a:chExt cx="0" cy="0"/>
        </a:xfrm>
      </p:grpSpPr>
      <p:sp>
        <p:nvSpPr>
          <p:cNvPr id="118" name="Google Shape;118;p18"/>
          <p:cNvSpPr txBox="1"/>
          <p:nvPr>
            <p:ph type="title"/>
          </p:nvPr>
        </p:nvSpPr>
        <p:spPr>
          <a:xfrm>
            <a:off x="194912" y="325581"/>
            <a:ext cx="8677297" cy="671945"/>
          </a:xfrm>
          <a:prstGeom prst="rect">
            <a:avLst/>
          </a:prstGeom>
          <a:noFill/>
          <a:ln>
            <a:noFill/>
          </a:ln>
        </p:spPr>
        <p:txBody>
          <a:bodyPr anchorCtr="0" anchor="ctr" bIns="34275" lIns="68575" spcFirstLastPara="1" rIns="68575" wrap="square" tIns="34275">
            <a:normAutofit/>
          </a:bodyPr>
          <a:lstStyle>
            <a:lvl1pPr lvl="0" algn="l">
              <a:lnSpc>
                <a:spcPct val="85000"/>
              </a:lnSpc>
              <a:spcBef>
                <a:spcPts val="0"/>
              </a:spcBef>
              <a:spcAft>
                <a:spcPts val="0"/>
              </a:spcAft>
              <a:buClr>
                <a:schemeClr val="dk1"/>
              </a:buClr>
              <a:buSzPts val="3000"/>
              <a:buFont typeface="Barlow Condensed"/>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9" name="Google Shape;119;p18"/>
          <p:cNvSpPr txBox="1"/>
          <p:nvPr>
            <p:ph idx="1" type="body"/>
          </p:nvPr>
        </p:nvSpPr>
        <p:spPr>
          <a:xfrm>
            <a:off x="194911" y="1059872"/>
            <a:ext cx="8677297" cy="3446338"/>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600"/>
              </a:spcBef>
              <a:spcAft>
                <a:spcPts val="0"/>
              </a:spcAft>
              <a:buSzPts val="1100"/>
              <a:buChar char="▪"/>
              <a:defRPr/>
            </a:lvl1pPr>
            <a:lvl2pPr indent="-298450" lvl="1" marL="914400" algn="l">
              <a:lnSpc>
                <a:spcPct val="100000"/>
              </a:lnSpc>
              <a:spcBef>
                <a:spcPts val="600"/>
              </a:spcBef>
              <a:spcAft>
                <a:spcPts val="0"/>
              </a:spcAft>
              <a:buSzPts val="1100"/>
              <a:buChar char="▪"/>
              <a:defRPr/>
            </a:lvl2pPr>
            <a:lvl3pPr indent="-298450" lvl="2" marL="1371600" algn="l">
              <a:lnSpc>
                <a:spcPct val="100000"/>
              </a:lnSpc>
              <a:spcBef>
                <a:spcPts val="600"/>
              </a:spcBef>
              <a:spcAft>
                <a:spcPts val="0"/>
              </a:spcAft>
              <a:buSzPts val="1100"/>
              <a:buChar char="▪"/>
              <a:defRPr/>
            </a:lvl3pPr>
            <a:lvl4pPr indent="-298450" lvl="3" marL="1828800" algn="l">
              <a:lnSpc>
                <a:spcPct val="100000"/>
              </a:lnSpc>
              <a:spcBef>
                <a:spcPts val="600"/>
              </a:spcBef>
              <a:spcAft>
                <a:spcPts val="0"/>
              </a:spcAft>
              <a:buSzPts val="1100"/>
              <a:buChar char="▪"/>
              <a:defRPr/>
            </a:lvl4pPr>
            <a:lvl5pPr indent="-298450" lvl="4" marL="2286000" algn="l">
              <a:lnSpc>
                <a:spcPct val="100000"/>
              </a:lnSpc>
              <a:spcBef>
                <a:spcPts val="600"/>
              </a:spcBef>
              <a:spcAft>
                <a:spcPts val="0"/>
              </a:spcAft>
              <a:buSzPts val="1100"/>
              <a:buChar char="▪"/>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0" name="Google Shape;120;p18"/>
          <p:cNvSpPr txBox="1"/>
          <p:nvPr>
            <p:ph idx="10" type="dt"/>
          </p:nvPr>
        </p:nvSpPr>
        <p:spPr>
          <a:xfrm>
            <a:off x="5653511"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1" name="Google Shape;121;p18"/>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2" name="Google Shape;122;p18"/>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123" name="Shape 123"/>
        <p:cNvGrpSpPr/>
        <p:nvPr/>
      </p:nvGrpSpPr>
      <p:grpSpPr>
        <a:xfrm>
          <a:off x="0" y="0"/>
          <a:ext cx="0" cy="0"/>
          <a:chOff x="0" y="0"/>
          <a:chExt cx="0" cy="0"/>
        </a:xfrm>
      </p:grpSpPr>
      <p:sp>
        <p:nvSpPr>
          <p:cNvPr id="124" name="Google Shape;124;p19"/>
          <p:cNvSpPr txBox="1"/>
          <p:nvPr>
            <p:ph type="title"/>
          </p:nvPr>
        </p:nvSpPr>
        <p:spPr>
          <a:xfrm>
            <a:off x="194912" y="325581"/>
            <a:ext cx="8677297" cy="671945"/>
          </a:xfrm>
          <a:prstGeom prst="rect">
            <a:avLst/>
          </a:prstGeom>
          <a:noFill/>
          <a:ln>
            <a:noFill/>
          </a:ln>
        </p:spPr>
        <p:txBody>
          <a:bodyPr anchorCtr="0" anchor="ctr" bIns="34275" lIns="68575" spcFirstLastPara="1" rIns="68575" wrap="square" tIns="34275">
            <a:normAutofit/>
          </a:bodyPr>
          <a:lstStyle>
            <a:lvl1pPr lvl="0" algn="l">
              <a:lnSpc>
                <a:spcPct val="85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5" name="Google Shape;125;p19"/>
          <p:cNvSpPr txBox="1"/>
          <p:nvPr>
            <p:ph idx="1" type="body"/>
          </p:nvPr>
        </p:nvSpPr>
        <p:spPr>
          <a:xfrm>
            <a:off x="194912" y="1059873"/>
            <a:ext cx="4190141" cy="3442854"/>
          </a:xfrm>
          <a:prstGeom prst="rect">
            <a:avLst/>
          </a:prstGeom>
          <a:noFill/>
          <a:ln>
            <a:noFill/>
          </a:ln>
        </p:spPr>
        <p:txBody>
          <a:bodyPr anchorCtr="0" anchor="t" bIns="34275" lIns="68575" spcFirstLastPara="1" rIns="68575" wrap="square" tIns="34275">
            <a:normAutofit/>
          </a:bodyPr>
          <a:lstStyle>
            <a:lvl1pPr indent="-323850" lvl="0" marL="457200" algn="l">
              <a:lnSpc>
                <a:spcPct val="100000"/>
              </a:lnSpc>
              <a:spcBef>
                <a:spcPts val="600"/>
              </a:spcBef>
              <a:spcAft>
                <a:spcPts val="0"/>
              </a:spcAft>
              <a:buSzPts val="1500"/>
              <a:buFont typeface="Noto Sans Symbols"/>
              <a:buChar char="▪"/>
              <a:defRPr/>
            </a:lvl1pPr>
            <a:lvl2pPr indent="-311150" lvl="1" marL="914400" algn="l">
              <a:lnSpc>
                <a:spcPct val="100000"/>
              </a:lnSpc>
              <a:spcBef>
                <a:spcPts val="600"/>
              </a:spcBef>
              <a:spcAft>
                <a:spcPts val="0"/>
              </a:spcAft>
              <a:buSzPts val="1300"/>
              <a:buFont typeface="Noto Sans Symbols"/>
              <a:buChar char="▪"/>
              <a:defRPr/>
            </a:lvl2pPr>
            <a:lvl3pPr indent="-298450" lvl="2" marL="1371600" algn="l">
              <a:lnSpc>
                <a:spcPct val="100000"/>
              </a:lnSpc>
              <a:spcBef>
                <a:spcPts val="600"/>
              </a:spcBef>
              <a:spcAft>
                <a:spcPts val="0"/>
              </a:spcAft>
              <a:buSzPts val="1100"/>
              <a:buFont typeface="Noto Sans Symbols"/>
              <a:buChar char="▪"/>
              <a:defRPr/>
            </a:lvl3pPr>
            <a:lvl4pPr indent="-292100" lvl="3" marL="1828800" algn="l">
              <a:lnSpc>
                <a:spcPct val="100000"/>
              </a:lnSpc>
              <a:spcBef>
                <a:spcPts val="600"/>
              </a:spcBef>
              <a:spcAft>
                <a:spcPts val="0"/>
              </a:spcAft>
              <a:buSzPts val="1000"/>
              <a:buFont typeface="Noto Sans Symbols"/>
              <a:buChar char="▪"/>
              <a:defRPr/>
            </a:lvl4pPr>
            <a:lvl5pPr indent="-292100" lvl="4" marL="2286000" algn="l">
              <a:lnSpc>
                <a:spcPct val="100000"/>
              </a:lnSpc>
              <a:spcBef>
                <a:spcPts val="600"/>
              </a:spcBef>
              <a:spcAft>
                <a:spcPts val="0"/>
              </a:spcAft>
              <a:buSzPts val="1000"/>
              <a:buFont typeface="Noto Sans Symbols"/>
              <a:buChar char="▪"/>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6" name="Google Shape;126;p19"/>
          <p:cNvSpPr txBox="1"/>
          <p:nvPr>
            <p:ph idx="2" type="body"/>
          </p:nvPr>
        </p:nvSpPr>
        <p:spPr>
          <a:xfrm>
            <a:off x="4628244" y="1059873"/>
            <a:ext cx="4243965" cy="3442854"/>
          </a:xfrm>
          <a:prstGeom prst="rect">
            <a:avLst/>
          </a:prstGeom>
          <a:noFill/>
          <a:ln>
            <a:noFill/>
          </a:ln>
        </p:spPr>
        <p:txBody>
          <a:bodyPr anchorCtr="0" anchor="t" bIns="34275" lIns="68575" spcFirstLastPara="1" rIns="68575" wrap="square" tIns="34275">
            <a:normAutofit/>
          </a:bodyPr>
          <a:lstStyle>
            <a:lvl1pPr indent="-323850" lvl="0" marL="457200" algn="l">
              <a:lnSpc>
                <a:spcPct val="100000"/>
              </a:lnSpc>
              <a:spcBef>
                <a:spcPts val="600"/>
              </a:spcBef>
              <a:spcAft>
                <a:spcPts val="0"/>
              </a:spcAft>
              <a:buSzPts val="1500"/>
              <a:buFont typeface="Noto Sans Symbols"/>
              <a:buChar char="▪"/>
              <a:defRPr/>
            </a:lvl1pPr>
            <a:lvl2pPr indent="-311150" lvl="1" marL="914400" algn="l">
              <a:lnSpc>
                <a:spcPct val="100000"/>
              </a:lnSpc>
              <a:spcBef>
                <a:spcPts val="600"/>
              </a:spcBef>
              <a:spcAft>
                <a:spcPts val="0"/>
              </a:spcAft>
              <a:buSzPts val="1300"/>
              <a:buFont typeface="Noto Sans Symbols"/>
              <a:buChar char="▪"/>
              <a:defRPr/>
            </a:lvl2pPr>
            <a:lvl3pPr indent="-298450" lvl="2" marL="1371600" algn="l">
              <a:lnSpc>
                <a:spcPct val="100000"/>
              </a:lnSpc>
              <a:spcBef>
                <a:spcPts val="600"/>
              </a:spcBef>
              <a:spcAft>
                <a:spcPts val="0"/>
              </a:spcAft>
              <a:buSzPts val="1100"/>
              <a:buFont typeface="Noto Sans Symbols"/>
              <a:buChar char="▪"/>
              <a:defRPr/>
            </a:lvl3pPr>
            <a:lvl4pPr indent="-292100" lvl="3" marL="1828800" algn="l">
              <a:lnSpc>
                <a:spcPct val="100000"/>
              </a:lnSpc>
              <a:spcBef>
                <a:spcPts val="600"/>
              </a:spcBef>
              <a:spcAft>
                <a:spcPts val="0"/>
              </a:spcAft>
              <a:buSzPts val="1000"/>
              <a:buFont typeface="Noto Sans Symbols"/>
              <a:buChar char="▪"/>
              <a:defRPr/>
            </a:lvl4pPr>
            <a:lvl5pPr indent="-292100" lvl="4" marL="2286000" algn="l">
              <a:lnSpc>
                <a:spcPct val="100000"/>
              </a:lnSpc>
              <a:spcBef>
                <a:spcPts val="600"/>
              </a:spcBef>
              <a:spcAft>
                <a:spcPts val="0"/>
              </a:spcAft>
              <a:buSzPts val="1000"/>
              <a:buFont typeface="Noto Sans Symbols"/>
              <a:buChar char="▪"/>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7" name="Google Shape;127;p19"/>
          <p:cNvSpPr txBox="1"/>
          <p:nvPr>
            <p:ph idx="10" type="dt"/>
          </p:nvPr>
        </p:nvSpPr>
        <p:spPr>
          <a:xfrm>
            <a:off x="5653511"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8" name="Google Shape;128;p19"/>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9" name="Google Shape;129;p19"/>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130" name="Shape 130"/>
        <p:cNvGrpSpPr/>
        <p:nvPr/>
      </p:nvGrpSpPr>
      <p:grpSpPr>
        <a:xfrm>
          <a:off x="0" y="0"/>
          <a:ext cx="0" cy="0"/>
          <a:chOff x="0" y="0"/>
          <a:chExt cx="0" cy="0"/>
        </a:xfrm>
      </p:grpSpPr>
      <p:sp>
        <p:nvSpPr>
          <p:cNvPr id="131" name="Google Shape;131;p20"/>
          <p:cNvSpPr txBox="1"/>
          <p:nvPr>
            <p:ph type="title"/>
          </p:nvPr>
        </p:nvSpPr>
        <p:spPr>
          <a:xfrm>
            <a:off x="194912" y="325581"/>
            <a:ext cx="8677297" cy="671945"/>
          </a:xfrm>
          <a:prstGeom prst="rect">
            <a:avLst/>
          </a:prstGeom>
          <a:noFill/>
          <a:ln>
            <a:noFill/>
          </a:ln>
        </p:spPr>
        <p:txBody>
          <a:bodyPr anchorCtr="0" anchor="ctr" bIns="34275" lIns="68575" spcFirstLastPara="1" rIns="68575" wrap="square" tIns="34275">
            <a:normAutofit/>
          </a:bodyPr>
          <a:lstStyle>
            <a:lvl1pPr lvl="0" algn="l">
              <a:lnSpc>
                <a:spcPct val="85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2" name="Google Shape;132;p20"/>
          <p:cNvSpPr txBox="1"/>
          <p:nvPr>
            <p:ph idx="10" type="dt"/>
          </p:nvPr>
        </p:nvSpPr>
        <p:spPr>
          <a:xfrm>
            <a:off x="5653511"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3" name="Google Shape;133;p20"/>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4" name="Google Shape;134;p20"/>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xt or Quote" showMasterSp="0">
  <p:cSld name="Context or Quote">
    <p:bg>
      <p:bgPr>
        <a:solidFill>
          <a:schemeClr val="lt2"/>
        </a:solidFill>
      </p:bgPr>
    </p:bg>
    <p:spTree>
      <p:nvGrpSpPr>
        <p:cNvPr id="135" name="Shape 135"/>
        <p:cNvGrpSpPr/>
        <p:nvPr/>
      </p:nvGrpSpPr>
      <p:grpSpPr>
        <a:xfrm>
          <a:off x="0" y="0"/>
          <a:ext cx="0" cy="0"/>
          <a:chOff x="0" y="0"/>
          <a:chExt cx="0" cy="0"/>
        </a:xfrm>
      </p:grpSpPr>
      <p:sp>
        <p:nvSpPr>
          <p:cNvPr id="136" name="Google Shape;136;p21"/>
          <p:cNvSpPr txBox="1"/>
          <p:nvPr>
            <p:ph type="title"/>
          </p:nvPr>
        </p:nvSpPr>
        <p:spPr>
          <a:xfrm>
            <a:off x="2947553" y="928256"/>
            <a:ext cx="3248891" cy="682652"/>
          </a:xfrm>
          <a:prstGeom prst="rect">
            <a:avLst/>
          </a:prstGeom>
          <a:noFill/>
          <a:ln>
            <a:noFill/>
          </a:ln>
        </p:spPr>
        <p:txBody>
          <a:bodyPr anchorCtr="0" anchor="b" bIns="34275" lIns="68575" spcFirstLastPara="1" rIns="68575" wrap="square" tIns="34275">
            <a:normAutofit/>
          </a:bodyPr>
          <a:lstStyle>
            <a:lvl1pPr lvl="0" algn="ctr">
              <a:lnSpc>
                <a:spcPct val="85000"/>
              </a:lnSpc>
              <a:spcBef>
                <a:spcPts val="0"/>
              </a:spcBef>
              <a:spcAft>
                <a:spcPts val="0"/>
              </a:spcAft>
              <a:buClr>
                <a:schemeClr val="dk1"/>
              </a:buClr>
              <a:buSzPts val="2100"/>
              <a:buFont typeface="Barlow Condensed"/>
              <a:buNone/>
              <a:defRPr sz="21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7" name="Google Shape;137;p21"/>
          <p:cNvSpPr txBox="1"/>
          <p:nvPr>
            <p:ph idx="10" type="dt"/>
          </p:nvPr>
        </p:nvSpPr>
        <p:spPr>
          <a:xfrm>
            <a:off x="8063253"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8" name="Google Shape;138;p21"/>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9" name="Google Shape;139;p21"/>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cxnSp>
        <p:nvCxnSpPr>
          <p:cNvPr id="140" name="Google Shape;140;p21"/>
          <p:cNvCxnSpPr/>
          <p:nvPr/>
        </p:nvCxnSpPr>
        <p:spPr>
          <a:xfrm>
            <a:off x="2947555" y="1683328"/>
            <a:ext cx="3248891" cy="0"/>
          </a:xfrm>
          <a:prstGeom prst="straightConnector1">
            <a:avLst/>
          </a:prstGeom>
          <a:noFill/>
          <a:ln cap="rnd" cmpd="sng" w="15875">
            <a:solidFill>
              <a:schemeClr val="dk1"/>
            </a:solidFill>
            <a:prstDash val="solid"/>
            <a:miter lim="800000"/>
            <a:headEnd len="sm" w="sm" type="none"/>
            <a:tailEnd len="sm" w="sm" type="none"/>
          </a:ln>
        </p:spPr>
      </p:cxnSp>
      <p:cxnSp>
        <p:nvCxnSpPr>
          <p:cNvPr id="141" name="Google Shape;141;p21"/>
          <p:cNvCxnSpPr/>
          <p:nvPr/>
        </p:nvCxnSpPr>
        <p:spPr>
          <a:xfrm>
            <a:off x="2947555" y="3501737"/>
            <a:ext cx="3248891" cy="0"/>
          </a:xfrm>
          <a:prstGeom prst="straightConnector1">
            <a:avLst/>
          </a:prstGeom>
          <a:noFill/>
          <a:ln cap="rnd" cmpd="sng" w="15875">
            <a:solidFill>
              <a:schemeClr val="dk1"/>
            </a:solidFill>
            <a:prstDash val="solid"/>
            <a:miter lim="800000"/>
            <a:headEnd len="sm" w="sm" type="none"/>
            <a:tailEnd len="sm" w="sm" type="none"/>
          </a:ln>
        </p:spPr>
      </p:cxnSp>
      <p:sp>
        <p:nvSpPr>
          <p:cNvPr id="142" name="Google Shape;142;p21"/>
          <p:cNvSpPr txBox="1"/>
          <p:nvPr>
            <p:ph idx="1" type="body"/>
          </p:nvPr>
        </p:nvSpPr>
        <p:spPr>
          <a:xfrm>
            <a:off x="495300" y="1815270"/>
            <a:ext cx="8153400" cy="1585913"/>
          </a:xfrm>
          <a:prstGeom prst="rect">
            <a:avLst/>
          </a:prstGeom>
          <a:noFill/>
          <a:ln>
            <a:noFill/>
          </a:ln>
        </p:spPr>
        <p:txBody>
          <a:bodyPr anchorCtr="0" anchor="ctr" bIns="34275" lIns="68575" spcFirstLastPara="1" rIns="68575" wrap="square" tIns="34275">
            <a:normAutofit/>
          </a:bodyPr>
          <a:lstStyle>
            <a:lvl1pPr indent="-228600" lvl="0" marL="457200" algn="ctr">
              <a:lnSpc>
                <a:spcPct val="100000"/>
              </a:lnSpc>
              <a:spcBef>
                <a:spcPts val="600"/>
              </a:spcBef>
              <a:spcAft>
                <a:spcPts val="0"/>
              </a:spcAft>
              <a:buSzPts val="1800"/>
              <a:buNone/>
              <a:defRPr sz="2100"/>
            </a:lvl1pPr>
            <a:lvl2pPr indent="-311150" lvl="1" marL="914400" algn="ctr">
              <a:lnSpc>
                <a:spcPct val="100000"/>
              </a:lnSpc>
              <a:spcBef>
                <a:spcPts val="600"/>
              </a:spcBef>
              <a:spcAft>
                <a:spcPts val="0"/>
              </a:spcAft>
              <a:buSzPts val="1300"/>
              <a:buChar char="▪"/>
              <a:defRPr/>
            </a:lvl2pPr>
            <a:lvl3pPr indent="-298450" lvl="2" marL="1371600" algn="ctr">
              <a:lnSpc>
                <a:spcPct val="100000"/>
              </a:lnSpc>
              <a:spcBef>
                <a:spcPts val="600"/>
              </a:spcBef>
              <a:spcAft>
                <a:spcPts val="0"/>
              </a:spcAft>
              <a:buSzPts val="1100"/>
              <a:buChar char="▪"/>
              <a:defRPr/>
            </a:lvl3pPr>
            <a:lvl4pPr indent="-292100" lvl="3" marL="1828800" algn="ctr">
              <a:lnSpc>
                <a:spcPct val="100000"/>
              </a:lnSpc>
              <a:spcBef>
                <a:spcPts val="600"/>
              </a:spcBef>
              <a:spcAft>
                <a:spcPts val="0"/>
              </a:spcAft>
              <a:buSzPts val="1000"/>
              <a:buChar char="▪"/>
              <a:defRPr/>
            </a:lvl4pPr>
            <a:lvl5pPr indent="-292100" lvl="4" marL="2286000" algn="ctr">
              <a:lnSpc>
                <a:spcPct val="100000"/>
              </a:lnSpc>
              <a:spcBef>
                <a:spcPts val="600"/>
              </a:spcBef>
              <a:spcAft>
                <a:spcPts val="0"/>
              </a:spcAft>
              <a:buSzPts val="1000"/>
              <a:buChar char="▪"/>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3" name="Google Shape;143;p21"/>
          <p:cNvSpPr txBox="1"/>
          <p:nvPr>
            <p:ph idx="2" type="body"/>
          </p:nvPr>
        </p:nvSpPr>
        <p:spPr>
          <a:xfrm>
            <a:off x="2947554" y="3588544"/>
            <a:ext cx="3248891" cy="207169"/>
          </a:xfrm>
          <a:prstGeom prst="rect">
            <a:avLst/>
          </a:prstGeom>
          <a:noFill/>
          <a:ln>
            <a:noFill/>
          </a:ln>
        </p:spPr>
        <p:txBody>
          <a:bodyPr anchorCtr="0" anchor="ctr" bIns="34275" lIns="68575" spcFirstLastPara="1" rIns="68575" wrap="square" tIns="34275">
            <a:normAutofit/>
          </a:bodyPr>
          <a:lstStyle>
            <a:lvl1pPr indent="-228600" lvl="0" marL="457200" algn="ctr">
              <a:lnSpc>
                <a:spcPct val="100000"/>
              </a:lnSpc>
              <a:spcBef>
                <a:spcPts val="600"/>
              </a:spcBef>
              <a:spcAft>
                <a:spcPts val="0"/>
              </a:spcAft>
              <a:buSzPts val="800"/>
              <a:buNone/>
              <a:defRPr b="1" sz="900" cap="none">
                <a:solidFill>
                  <a:srgbClr val="595959"/>
                </a:solidFill>
                <a:latin typeface="Verdana"/>
                <a:ea typeface="Verdana"/>
                <a:cs typeface="Verdana"/>
                <a:sym typeface="Verdana"/>
              </a:defRPr>
            </a:lvl1pPr>
            <a:lvl2pPr indent="-298450" lvl="1" marL="914400" algn="l">
              <a:lnSpc>
                <a:spcPct val="100000"/>
              </a:lnSpc>
              <a:spcBef>
                <a:spcPts val="600"/>
              </a:spcBef>
              <a:spcAft>
                <a:spcPts val="0"/>
              </a:spcAft>
              <a:buSzPts val="1100"/>
              <a:buChar char="▪"/>
              <a:defRPr/>
            </a:lvl2pPr>
            <a:lvl3pPr indent="-298450" lvl="2" marL="1371600" algn="l">
              <a:lnSpc>
                <a:spcPct val="100000"/>
              </a:lnSpc>
              <a:spcBef>
                <a:spcPts val="600"/>
              </a:spcBef>
              <a:spcAft>
                <a:spcPts val="0"/>
              </a:spcAft>
              <a:buSzPts val="1100"/>
              <a:buChar char="▪"/>
              <a:defRPr/>
            </a:lvl3pPr>
            <a:lvl4pPr indent="-298450" lvl="3" marL="1828800" algn="l">
              <a:lnSpc>
                <a:spcPct val="100000"/>
              </a:lnSpc>
              <a:spcBef>
                <a:spcPts val="600"/>
              </a:spcBef>
              <a:spcAft>
                <a:spcPts val="0"/>
              </a:spcAft>
              <a:buSzPts val="1100"/>
              <a:buChar char="▪"/>
              <a:defRPr/>
            </a:lvl4pPr>
            <a:lvl5pPr indent="-298450" lvl="4" marL="2286000" algn="l">
              <a:lnSpc>
                <a:spcPct val="100000"/>
              </a:lnSpc>
              <a:spcBef>
                <a:spcPts val="600"/>
              </a:spcBef>
              <a:spcAft>
                <a:spcPts val="0"/>
              </a:spcAft>
              <a:buSzPts val="1100"/>
              <a:buChar char="▪"/>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grpSp>
        <p:nvGrpSpPr>
          <p:cNvPr id="144" name="Google Shape;144;p21"/>
          <p:cNvGrpSpPr/>
          <p:nvPr/>
        </p:nvGrpSpPr>
        <p:grpSpPr>
          <a:xfrm>
            <a:off x="0" y="0"/>
            <a:ext cx="9144000" cy="297873"/>
            <a:chOff x="421830" y="1342659"/>
            <a:chExt cx="10018760" cy="290558"/>
          </a:xfrm>
        </p:grpSpPr>
        <p:sp>
          <p:nvSpPr>
            <p:cNvPr id="145" name="Google Shape;145;p21"/>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46" name="Google Shape;146;p21"/>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47" name="Google Shape;147;p21"/>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48" name="Google Shape;148;p21"/>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49" name="Google Shape;149;p21"/>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xt or Quote with Photo" showMasterSp="0">
  <p:cSld name="Context or Quote with Photo">
    <p:bg>
      <p:bgPr>
        <a:solidFill>
          <a:schemeClr val="lt2"/>
        </a:solidFill>
      </p:bgPr>
    </p:bg>
    <p:spTree>
      <p:nvGrpSpPr>
        <p:cNvPr id="150" name="Shape 150"/>
        <p:cNvGrpSpPr/>
        <p:nvPr/>
      </p:nvGrpSpPr>
      <p:grpSpPr>
        <a:xfrm>
          <a:off x="0" y="0"/>
          <a:ext cx="0" cy="0"/>
          <a:chOff x="0" y="0"/>
          <a:chExt cx="0" cy="0"/>
        </a:xfrm>
      </p:grpSpPr>
      <p:sp>
        <p:nvSpPr>
          <p:cNvPr id="151" name="Google Shape;151;p22"/>
          <p:cNvSpPr/>
          <p:nvPr>
            <p:ph idx="2" type="pic"/>
          </p:nvPr>
        </p:nvSpPr>
        <p:spPr>
          <a:xfrm>
            <a:off x="4762714" y="634364"/>
            <a:ext cx="4080486" cy="4055401"/>
          </a:xfrm>
          <a:prstGeom prst="rect">
            <a:avLst/>
          </a:prstGeom>
          <a:noFill/>
          <a:ln>
            <a:noFill/>
          </a:ln>
        </p:spPr>
      </p:sp>
      <p:sp>
        <p:nvSpPr>
          <p:cNvPr id="152" name="Google Shape;152;p22"/>
          <p:cNvSpPr txBox="1"/>
          <p:nvPr>
            <p:ph type="title"/>
          </p:nvPr>
        </p:nvSpPr>
        <p:spPr>
          <a:xfrm>
            <a:off x="640771" y="928256"/>
            <a:ext cx="3248891" cy="682652"/>
          </a:xfrm>
          <a:prstGeom prst="rect">
            <a:avLst/>
          </a:prstGeom>
          <a:noFill/>
          <a:ln>
            <a:noFill/>
          </a:ln>
        </p:spPr>
        <p:txBody>
          <a:bodyPr anchorCtr="0" anchor="b" bIns="34275" lIns="68575" spcFirstLastPara="1" rIns="68575" wrap="square" tIns="34275">
            <a:normAutofit/>
          </a:bodyPr>
          <a:lstStyle>
            <a:lvl1pPr lvl="0" algn="ctr">
              <a:lnSpc>
                <a:spcPct val="85000"/>
              </a:lnSpc>
              <a:spcBef>
                <a:spcPts val="0"/>
              </a:spcBef>
              <a:spcAft>
                <a:spcPts val="0"/>
              </a:spcAft>
              <a:buClr>
                <a:schemeClr val="dk1"/>
              </a:buClr>
              <a:buSzPts val="2100"/>
              <a:buFont typeface="Barlow Condensed"/>
              <a:buNone/>
              <a:defRPr sz="21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3" name="Google Shape;153;p22"/>
          <p:cNvSpPr txBox="1"/>
          <p:nvPr>
            <p:ph idx="10" type="dt"/>
          </p:nvPr>
        </p:nvSpPr>
        <p:spPr>
          <a:xfrm>
            <a:off x="8063253"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4" name="Google Shape;154;p22"/>
          <p:cNvSpPr txBox="1"/>
          <p:nvPr>
            <p:ph idx="11" type="ftr"/>
          </p:nvPr>
        </p:nvSpPr>
        <p:spPr>
          <a:xfrm>
            <a:off x="194912" y="4751482"/>
            <a:ext cx="2915434"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5" name="Google Shape;155;p22"/>
          <p:cNvSpPr txBox="1"/>
          <p:nvPr>
            <p:ph idx="12" type="sldNum"/>
          </p:nvPr>
        </p:nvSpPr>
        <p:spPr>
          <a:xfrm>
            <a:off x="4190999"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sp>
        <p:nvSpPr>
          <p:cNvPr id="156" name="Google Shape;156;p22"/>
          <p:cNvSpPr txBox="1"/>
          <p:nvPr>
            <p:ph idx="1" type="body"/>
          </p:nvPr>
        </p:nvSpPr>
        <p:spPr>
          <a:xfrm>
            <a:off x="408707" y="1806770"/>
            <a:ext cx="3713021" cy="1585913"/>
          </a:xfrm>
          <a:prstGeom prst="rect">
            <a:avLst/>
          </a:prstGeom>
          <a:noFill/>
          <a:ln>
            <a:noFill/>
          </a:ln>
        </p:spPr>
        <p:txBody>
          <a:bodyPr anchorCtr="0" anchor="ctr" bIns="34275" lIns="68575" spcFirstLastPara="1" rIns="68575" wrap="square" tIns="34275">
            <a:normAutofit/>
          </a:bodyPr>
          <a:lstStyle>
            <a:lvl1pPr indent="-228600" lvl="0" marL="457200" algn="ctr">
              <a:lnSpc>
                <a:spcPct val="100000"/>
              </a:lnSpc>
              <a:spcBef>
                <a:spcPts val="600"/>
              </a:spcBef>
              <a:spcAft>
                <a:spcPts val="0"/>
              </a:spcAft>
              <a:buSzPts val="1400"/>
              <a:buNone/>
              <a:defRPr sz="1700"/>
            </a:lvl1pPr>
            <a:lvl2pPr indent="-311150" lvl="1" marL="914400" algn="ctr">
              <a:lnSpc>
                <a:spcPct val="100000"/>
              </a:lnSpc>
              <a:spcBef>
                <a:spcPts val="600"/>
              </a:spcBef>
              <a:spcAft>
                <a:spcPts val="0"/>
              </a:spcAft>
              <a:buSzPts val="1300"/>
              <a:buChar char="▪"/>
              <a:defRPr/>
            </a:lvl2pPr>
            <a:lvl3pPr indent="-298450" lvl="2" marL="1371600" algn="ctr">
              <a:lnSpc>
                <a:spcPct val="100000"/>
              </a:lnSpc>
              <a:spcBef>
                <a:spcPts val="600"/>
              </a:spcBef>
              <a:spcAft>
                <a:spcPts val="0"/>
              </a:spcAft>
              <a:buSzPts val="1100"/>
              <a:buChar char="▪"/>
              <a:defRPr/>
            </a:lvl3pPr>
            <a:lvl4pPr indent="-292100" lvl="3" marL="1828800" algn="ctr">
              <a:lnSpc>
                <a:spcPct val="100000"/>
              </a:lnSpc>
              <a:spcBef>
                <a:spcPts val="600"/>
              </a:spcBef>
              <a:spcAft>
                <a:spcPts val="0"/>
              </a:spcAft>
              <a:buSzPts val="1000"/>
              <a:buChar char="▪"/>
              <a:defRPr/>
            </a:lvl4pPr>
            <a:lvl5pPr indent="-292100" lvl="4" marL="2286000" algn="ctr">
              <a:lnSpc>
                <a:spcPct val="100000"/>
              </a:lnSpc>
              <a:spcBef>
                <a:spcPts val="600"/>
              </a:spcBef>
              <a:spcAft>
                <a:spcPts val="0"/>
              </a:spcAft>
              <a:buSzPts val="1000"/>
              <a:buChar char="▪"/>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7" name="Google Shape;157;p22"/>
          <p:cNvSpPr txBox="1"/>
          <p:nvPr>
            <p:ph idx="3" type="body"/>
          </p:nvPr>
        </p:nvSpPr>
        <p:spPr>
          <a:xfrm>
            <a:off x="640771" y="3588544"/>
            <a:ext cx="3248891" cy="207169"/>
          </a:xfrm>
          <a:prstGeom prst="rect">
            <a:avLst/>
          </a:prstGeom>
          <a:noFill/>
          <a:ln>
            <a:noFill/>
          </a:ln>
        </p:spPr>
        <p:txBody>
          <a:bodyPr anchorCtr="0" anchor="ctr" bIns="34275" lIns="68575" spcFirstLastPara="1" rIns="68575" wrap="square" tIns="34275">
            <a:normAutofit/>
          </a:bodyPr>
          <a:lstStyle>
            <a:lvl1pPr indent="-228600" lvl="0" marL="457200" algn="ctr">
              <a:lnSpc>
                <a:spcPct val="100000"/>
              </a:lnSpc>
              <a:spcBef>
                <a:spcPts val="600"/>
              </a:spcBef>
              <a:spcAft>
                <a:spcPts val="0"/>
              </a:spcAft>
              <a:buSzPts val="800"/>
              <a:buNone/>
              <a:defRPr b="1" sz="900" cap="none">
                <a:solidFill>
                  <a:srgbClr val="595959"/>
                </a:solidFill>
                <a:latin typeface="Verdana"/>
                <a:ea typeface="Verdana"/>
                <a:cs typeface="Verdana"/>
                <a:sym typeface="Verdana"/>
              </a:defRPr>
            </a:lvl1pPr>
            <a:lvl2pPr indent="-298450" lvl="1" marL="914400" algn="l">
              <a:lnSpc>
                <a:spcPct val="100000"/>
              </a:lnSpc>
              <a:spcBef>
                <a:spcPts val="600"/>
              </a:spcBef>
              <a:spcAft>
                <a:spcPts val="0"/>
              </a:spcAft>
              <a:buSzPts val="1100"/>
              <a:buChar char="▪"/>
              <a:defRPr/>
            </a:lvl2pPr>
            <a:lvl3pPr indent="-298450" lvl="2" marL="1371600" algn="l">
              <a:lnSpc>
                <a:spcPct val="100000"/>
              </a:lnSpc>
              <a:spcBef>
                <a:spcPts val="600"/>
              </a:spcBef>
              <a:spcAft>
                <a:spcPts val="0"/>
              </a:spcAft>
              <a:buSzPts val="1100"/>
              <a:buChar char="▪"/>
              <a:defRPr/>
            </a:lvl3pPr>
            <a:lvl4pPr indent="-298450" lvl="3" marL="1828800" algn="l">
              <a:lnSpc>
                <a:spcPct val="100000"/>
              </a:lnSpc>
              <a:spcBef>
                <a:spcPts val="600"/>
              </a:spcBef>
              <a:spcAft>
                <a:spcPts val="0"/>
              </a:spcAft>
              <a:buSzPts val="1100"/>
              <a:buChar char="▪"/>
              <a:defRPr/>
            </a:lvl4pPr>
            <a:lvl5pPr indent="-298450" lvl="4" marL="2286000" algn="l">
              <a:lnSpc>
                <a:spcPct val="100000"/>
              </a:lnSpc>
              <a:spcBef>
                <a:spcPts val="600"/>
              </a:spcBef>
              <a:spcAft>
                <a:spcPts val="0"/>
              </a:spcAft>
              <a:buSzPts val="1100"/>
              <a:buChar char="▪"/>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158" name="Google Shape;158;p22"/>
          <p:cNvCxnSpPr/>
          <p:nvPr/>
        </p:nvCxnSpPr>
        <p:spPr>
          <a:xfrm>
            <a:off x="640772" y="1683328"/>
            <a:ext cx="3248891" cy="0"/>
          </a:xfrm>
          <a:prstGeom prst="straightConnector1">
            <a:avLst/>
          </a:prstGeom>
          <a:noFill/>
          <a:ln cap="rnd" cmpd="sng" w="15875">
            <a:solidFill>
              <a:schemeClr val="dk1"/>
            </a:solidFill>
            <a:prstDash val="solid"/>
            <a:miter lim="800000"/>
            <a:headEnd len="sm" w="sm" type="none"/>
            <a:tailEnd len="sm" w="sm" type="none"/>
          </a:ln>
        </p:spPr>
      </p:cxnSp>
      <p:cxnSp>
        <p:nvCxnSpPr>
          <p:cNvPr id="159" name="Google Shape;159;p22"/>
          <p:cNvCxnSpPr/>
          <p:nvPr/>
        </p:nvCxnSpPr>
        <p:spPr>
          <a:xfrm>
            <a:off x="640772" y="3501737"/>
            <a:ext cx="3248891" cy="0"/>
          </a:xfrm>
          <a:prstGeom prst="straightConnector1">
            <a:avLst/>
          </a:prstGeom>
          <a:noFill/>
          <a:ln cap="rnd" cmpd="sng" w="15875">
            <a:solidFill>
              <a:schemeClr val="dk1"/>
            </a:solidFill>
            <a:prstDash val="solid"/>
            <a:miter lim="800000"/>
            <a:headEnd len="sm" w="sm" type="none"/>
            <a:tailEnd len="sm" w="sm" type="none"/>
          </a:ln>
        </p:spPr>
      </p:cxnSp>
      <p:grpSp>
        <p:nvGrpSpPr>
          <p:cNvPr id="160" name="Google Shape;160;p22"/>
          <p:cNvGrpSpPr/>
          <p:nvPr/>
        </p:nvGrpSpPr>
        <p:grpSpPr>
          <a:xfrm>
            <a:off x="0" y="0"/>
            <a:ext cx="9144000" cy="297873"/>
            <a:chOff x="421830" y="1342659"/>
            <a:chExt cx="10018760" cy="290558"/>
          </a:xfrm>
        </p:grpSpPr>
        <p:sp>
          <p:nvSpPr>
            <p:cNvPr id="161" name="Google Shape;161;p22"/>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62" name="Google Shape;162;p22"/>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63" name="Google Shape;163;p22"/>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64" name="Google Shape;164;p22"/>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65" name="Google Shape;165;p22"/>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1" showMasterSp="0">
  <p:cSld name="Section Divider 1">
    <p:spTree>
      <p:nvGrpSpPr>
        <p:cNvPr id="166" name="Shape 166"/>
        <p:cNvGrpSpPr/>
        <p:nvPr/>
      </p:nvGrpSpPr>
      <p:grpSpPr>
        <a:xfrm>
          <a:off x="0" y="0"/>
          <a:ext cx="0" cy="0"/>
          <a:chOff x="0" y="0"/>
          <a:chExt cx="0" cy="0"/>
        </a:xfrm>
      </p:grpSpPr>
      <p:sp>
        <p:nvSpPr>
          <p:cNvPr id="167" name="Google Shape;167;p23"/>
          <p:cNvSpPr txBox="1"/>
          <p:nvPr>
            <p:ph idx="1" type="body"/>
          </p:nvPr>
        </p:nvSpPr>
        <p:spPr>
          <a:xfrm>
            <a:off x="1163241" y="2596169"/>
            <a:ext cx="6803231" cy="448866"/>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600"/>
              </a:spcBef>
              <a:spcAft>
                <a:spcPts val="0"/>
              </a:spcAft>
              <a:buSzPts val="2000"/>
              <a:buNone/>
              <a:defRPr sz="2400"/>
            </a:lvl1pPr>
            <a:lvl2pPr indent="-228600" lvl="1" marL="914400" algn="ctr">
              <a:lnSpc>
                <a:spcPct val="100000"/>
              </a:lnSpc>
              <a:spcBef>
                <a:spcPts val="600"/>
              </a:spcBef>
              <a:spcAft>
                <a:spcPts val="0"/>
              </a:spcAft>
              <a:buSzPts val="1300"/>
              <a:buNone/>
              <a:defRPr/>
            </a:lvl2pPr>
            <a:lvl3pPr indent="-228600" lvl="2" marL="1371600" algn="ctr">
              <a:lnSpc>
                <a:spcPct val="100000"/>
              </a:lnSpc>
              <a:spcBef>
                <a:spcPts val="600"/>
              </a:spcBef>
              <a:spcAft>
                <a:spcPts val="0"/>
              </a:spcAft>
              <a:buSzPts val="1100"/>
              <a:buNone/>
              <a:defRPr/>
            </a:lvl3pPr>
            <a:lvl4pPr indent="-228600" lvl="3" marL="1828800" algn="ctr">
              <a:lnSpc>
                <a:spcPct val="100000"/>
              </a:lnSpc>
              <a:spcBef>
                <a:spcPts val="600"/>
              </a:spcBef>
              <a:spcAft>
                <a:spcPts val="0"/>
              </a:spcAft>
              <a:buSzPts val="1000"/>
              <a:buNone/>
              <a:defRPr/>
            </a:lvl4pPr>
            <a:lvl5pPr indent="-228600" lvl="4" marL="2286000" algn="ctr">
              <a:lnSpc>
                <a:spcPct val="100000"/>
              </a:lnSpc>
              <a:spcBef>
                <a:spcPts val="600"/>
              </a:spcBef>
              <a:spcAft>
                <a:spcPts val="0"/>
              </a:spcAft>
              <a:buSzPts val="1000"/>
              <a:buNone/>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8" name="Google Shape;168;p23"/>
          <p:cNvSpPr txBox="1"/>
          <p:nvPr>
            <p:ph type="title"/>
          </p:nvPr>
        </p:nvSpPr>
        <p:spPr>
          <a:xfrm>
            <a:off x="215693" y="1787236"/>
            <a:ext cx="8677297" cy="784514"/>
          </a:xfrm>
          <a:prstGeom prst="rect">
            <a:avLst/>
          </a:prstGeom>
          <a:noFill/>
          <a:ln>
            <a:noFill/>
          </a:ln>
        </p:spPr>
        <p:txBody>
          <a:bodyPr anchorCtr="0" anchor="b" bIns="34275" lIns="68575" spcFirstLastPara="1" rIns="68575" wrap="square" tIns="34275">
            <a:normAutofit/>
          </a:bodyPr>
          <a:lstStyle>
            <a:lvl1pPr lvl="0" algn="ctr">
              <a:lnSpc>
                <a:spcPct val="85000"/>
              </a:lnSpc>
              <a:spcBef>
                <a:spcPts val="0"/>
              </a:spcBef>
              <a:spcAft>
                <a:spcPts val="0"/>
              </a:spcAft>
              <a:buClr>
                <a:schemeClr val="dk1"/>
              </a:buClr>
              <a:buSzPts val="4500"/>
              <a:buFont typeface="Barlow Condensed"/>
              <a:buNone/>
              <a:defRPr sz="45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9" name="Google Shape;169;p23"/>
          <p:cNvSpPr txBox="1"/>
          <p:nvPr>
            <p:ph idx="10" type="dt"/>
          </p:nvPr>
        </p:nvSpPr>
        <p:spPr>
          <a:xfrm>
            <a:off x="8063253"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0" name="Google Shape;170;p23"/>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1" name="Google Shape;171;p23"/>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grpSp>
        <p:nvGrpSpPr>
          <p:cNvPr id="172" name="Google Shape;172;p23"/>
          <p:cNvGrpSpPr/>
          <p:nvPr/>
        </p:nvGrpSpPr>
        <p:grpSpPr>
          <a:xfrm>
            <a:off x="0" y="0"/>
            <a:ext cx="9144000" cy="297873"/>
            <a:chOff x="421830" y="1342659"/>
            <a:chExt cx="10018760" cy="290558"/>
          </a:xfrm>
        </p:grpSpPr>
        <p:sp>
          <p:nvSpPr>
            <p:cNvPr id="173" name="Google Shape;173;p23"/>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74" name="Google Shape;174;p23"/>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75" name="Google Shape;175;p23"/>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76" name="Google Shape;176;p23"/>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77" name="Google Shape;177;p23"/>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2" showMasterSp="0">
  <p:cSld name="Section Divider 2">
    <p:bg>
      <p:bgPr>
        <a:solidFill>
          <a:srgbClr val="FED34C"/>
        </a:solidFill>
      </p:bgPr>
    </p:bg>
    <p:spTree>
      <p:nvGrpSpPr>
        <p:cNvPr id="178" name="Shape 178"/>
        <p:cNvGrpSpPr/>
        <p:nvPr/>
      </p:nvGrpSpPr>
      <p:grpSpPr>
        <a:xfrm>
          <a:off x="0" y="0"/>
          <a:ext cx="0" cy="0"/>
          <a:chOff x="0" y="0"/>
          <a:chExt cx="0" cy="0"/>
        </a:xfrm>
      </p:grpSpPr>
      <p:sp>
        <p:nvSpPr>
          <p:cNvPr id="179" name="Google Shape;179;p24"/>
          <p:cNvSpPr txBox="1"/>
          <p:nvPr>
            <p:ph idx="1" type="body"/>
          </p:nvPr>
        </p:nvSpPr>
        <p:spPr>
          <a:xfrm>
            <a:off x="1163241" y="2596169"/>
            <a:ext cx="6803231" cy="448866"/>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600"/>
              </a:spcBef>
              <a:spcAft>
                <a:spcPts val="0"/>
              </a:spcAft>
              <a:buSzPts val="2000"/>
              <a:buNone/>
              <a:defRPr sz="2400"/>
            </a:lvl1pPr>
            <a:lvl2pPr indent="-228600" lvl="1" marL="914400" algn="ctr">
              <a:lnSpc>
                <a:spcPct val="100000"/>
              </a:lnSpc>
              <a:spcBef>
                <a:spcPts val="600"/>
              </a:spcBef>
              <a:spcAft>
                <a:spcPts val="0"/>
              </a:spcAft>
              <a:buSzPts val="1300"/>
              <a:buNone/>
              <a:defRPr/>
            </a:lvl2pPr>
            <a:lvl3pPr indent="-228600" lvl="2" marL="1371600" algn="ctr">
              <a:lnSpc>
                <a:spcPct val="100000"/>
              </a:lnSpc>
              <a:spcBef>
                <a:spcPts val="600"/>
              </a:spcBef>
              <a:spcAft>
                <a:spcPts val="0"/>
              </a:spcAft>
              <a:buSzPts val="1100"/>
              <a:buNone/>
              <a:defRPr/>
            </a:lvl3pPr>
            <a:lvl4pPr indent="-228600" lvl="3" marL="1828800" algn="ctr">
              <a:lnSpc>
                <a:spcPct val="100000"/>
              </a:lnSpc>
              <a:spcBef>
                <a:spcPts val="600"/>
              </a:spcBef>
              <a:spcAft>
                <a:spcPts val="0"/>
              </a:spcAft>
              <a:buSzPts val="1000"/>
              <a:buNone/>
              <a:defRPr/>
            </a:lvl4pPr>
            <a:lvl5pPr indent="-228600" lvl="4" marL="2286000" algn="ctr">
              <a:lnSpc>
                <a:spcPct val="100000"/>
              </a:lnSpc>
              <a:spcBef>
                <a:spcPts val="600"/>
              </a:spcBef>
              <a:spcAft>
                <a:spcPts val="0"/>
              </a:spcAft>
              <a:buSzPts val="1000"/>
              <a:buNone/>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0" name="Google Shape;180;p24"/>
          <p:cNvSpPr txBox="1"/>
          <p:nvPr>
            <p:ph type="title"/>
          </p:nvPr>
        </p:nvSpPr>
        <p:spPr>
          <a:xfrm>
            <a:off x="215693" y="1787236"/>
            <a:ext cx="8677297" cy="784514"/>
          </a:xfrm>
          <a:prstGeom prst="rect">
            <a:avLst/>
          </a:prstGeom>
          <a:noFill/>
          <a:ln>
            <a:noFill/>
          </a:ln>
        </p:spPr>
        <p:txBody>
          <a:bodyPr anchorCtr="0" anchor="b" bIns="34275" lIns="68575" spcFirstLastPara="1" rIns="68575" wrap="square" tIns="34275">
            <a:normAutofit/>
          </a:bodyPr>
          <a:lstStyle>
            <a:lvl1pPr lvl="0" algn="ctr">
              <a:lnSpc>
                <a:spcPct val="85000"/>
              </a:lnSpc>
              <a:spcBef>
                <a:spcPts val="0"/>
              </a:spcBef>
              <a:spcAft>
                <a:spcPts val="0"/>
              </a:spcAft>
              <a:buClr>
                <a:schemeClr val="dk1"/>
              </a:buClr>
              <a:buSzPts val="4500"/>
              <a:buFont typeface="Barlow Condensed"/>
              <a:buNone/>
              <a:defRPr sz="45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1" name="Google Shape;181;p24"/>
          <p:cNvSpPr txBox="1"/>
          <p:nvPr>
            <p:ph idx="10" type="dt"/>
          </p:nvPr>
        </p:nvSpPr>
        <p:spPr>
          <a:xfrm>
            <a:off x="8063253"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2" name="Google Shape;182;p24"/>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3" name="Google Shape;183;p24"/>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grpSp>
        <p:nvGrpSpPr>
          <p:cNvPr id="184" name="Google Shape;184;p24"/>
          <p:cNvGrpSpPr/>
          <p:nvPr/>
        </p:nvGrpSpPr>
        <p:grpSpPr>
          <a:xfrm>
            <a:off x="0" y="0"/>
            <a:ext cx="9144000" cy="297873"/>
            <a:chOff x="421830" y="1342659"/>
            <a:chExt cx="10018760" cy="290558"/>
          </a:xfrm>
        </p:grpSpPr>
        <p:sp>
          <p:nvSpPr>
            <p:cNvPr id="185" name="Google Shape;185;p24"/>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86" name="Google Shape;186;p24"/>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87" name="Google Shape;187;p24"/>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88" name="Google Shape;188;p24"/>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89" name="Google Shape;189;p24"/>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3" showMasterSp="0">
  <p:cSld name="Section Divider 3">
    <p:bg>
      <p:bgPr>
        <a:solidFill>
          <a:schemeClr val="dk1"/>
        </a:solidFill>
      </p:bgPr>
    </p:bg>
    <p:spTree>
      <p:nvGrpSpPr>
        <p:cNvPr id="190" name="Shape 190"/>
        <p:cNvGrpSpPr/>
        <p:nvPr/>
      </p:nvGrpSpPr>
      <p:grpSpPr>
        <a:xfrm>
          <a:off x="0" y="0"/>
          <a:ext cx="0" cy="0"/>
          <a:chOff x="0" y="0"/>
          <a:chExt cx="0" cy="0"/>
        </a:xfrm>
      </p:grpSpPr>
      <p:sp>
        <p:nvSpPr>
          <p:cNvPr id="191" name="Google Shape;191;p25"/>
          <p:cNvSpPr txBox="1"/>
          <p:nvPr>
            <p:ph idx="1" type="body"/>
          </p:nvPr>
        </p:nvSpPr>
        <p:spPr>
          <a:xfrm>
            <a:off x="1163241" y="2596169"/>
            <a:ext cx="6803231" cy="448866"/>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600"/>
              </a:spcBef>
              <a:spcAft>
                <a:spcPts val="0"/>
              </a:spcAft>
              <a:buSzPts val="2000"/>
              <a:buNone/>
              <a:defRPr sz="2400">
                <a:solidFill>
                  <a:schemeClr val="lt1"/>
                </a:solidFill>
              </a:defRPr>
            </a:lvl1pPr>
            <a:lvl2pPr indent="-228600" lvl="1" marL="914400" algn="ctr">
              <a:lnSpc>
                <a:spcPct val="100000"/>
              </a:lnSpc>
              <a:spcBef>
                <a:spcPts val="600"/>
              </a:spcBef>
              <a:spcAft>
                <a:spcPts val="0"/>
              </a:spcAft>
              <a:buSzPts val="1300"/>
              <a:buNone/>
              <a:defRPr/>
            </a:lvl2pPr>
            <a:lvl3pPr indent="-228600" lvl="2" marL="1371600" algn="ctr">
              <a:lnSpc>
                <a:spcPct val="100000"/>
              </a:lnSpc>
              <a:spcBef>
                <a:spcPts val="600"/>
              </a:spcBef>
              <a:spcAft>
                <a:spcPts val="0"/>
              </a:spcAft>
              <a:buSzPts val="1100"/>
              <a:buNone/>
              <a:defRPr/>
            </a:lvl3pPr>
            <a:lvl4pPr indent="-228600" lvl="3" marL="1828800" algn="ctr">
              <a:lnSpc>
                <a:spcPct val="100000"/>
              </a:lnSpc>
              <a:spcBef>
                <a:spcPts val="600"/>
              </a:spcBef>
              <a:spcAft>
                <a:spcPts val="0"/>
              </a:spcAft>
              <a:buSzPts val="1000"/>
              <a:buNone/>
              <a:defRPr/>
            </a:lvl4pPr>
            <a:lvl5pPr indent="-228600" lvl="4" marL="2286000" algn="ctr">
              <a:lnSpc>
                <a:spcPct val="100000"/>
              </a:lnSpc>
              <a:spcBef>
                <a:spcPts val="600"/>
              </a:spcBef>
              <a:spcAft>
                <a:spcPts val="0"/>
              </a:spcAft>
              <a:buSzPts val="1000"/>
              <a:buNone/>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2" name="Google Shape;192;p25"/>
          <p:cNvSpPr txBox="1"/>
          <p:nvPr>
            <p:ph type="title"/>
          </p:nvPr>
        </p:nvSpPr>
        <p:spPr>
          <a:xfrm>
            <a:off x="215693" y="1787236"/>
            <a:ext cx="8677297" cy="784514"/>
          </a:xfrm>
          <a:prstGeom prst="rect">
            <a:avLst/>
          </a:prstGeom>
          <a:noFill/>
          <a:ln>
            <a:noFill/>
          </a:ln>
        </p:spPr>
        <p:txBody>
          <a:bodyPr anchorCtr="0" anchor="b" bIns="34275" lIns="68575" spcFirstLastPara="1" rIns="68575" wrap="square" tIns="34275">
            <a:normAutofit/>
          </a:bodyPr>
          <a:lstStyle>
            <a:lvl1pPr lvl="0" algn="ctr">
              <a:lnSpc>
                <a:spcPct val="85000"/>
              </a:lnSpc>
              <a:spcBef>
                <a:spcPts val="0"/>
              </a:spcBef>
              <a:spcAft>
                <a:spcPts val="0"/>
              </a:spcAft>
              <a:buClr>
                <a:schemeClr val="lt1"/>
              </a:buClr>
              <a:buSzPts val="4500"/>
              <a:buFont typeface="Barlow Condensed"/>
              <a:buNone/>
              <a:defRPr sz="4500" cap="none">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3" name="Google Shape;193;p25"/>
          <p:cNvSpPr txBox="1"/>
          <p:nvPr>
            <p:ph idx="10" type="dt"/>
          </p:nvPr>
        </p:nvSpPr>
        <p:spPr>
          <a:xfrm>
            <a:off x="8063253"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4" name="Google Shape;194;p25"/>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5" name="Google Shape;195;p25"/>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sz="800">
                <a:solidFill>
                  <a:schemeClr val="lt1"/>
                </a:solidFill>
                <a:latin typeface="Verdana"/>
                <a:ea typeface="Verdana"/>
                <a:cs typeface="Verdana"/>
                <a:sym typeface="Verdana"/>
              </a:defRPr>
            </a:lvl1pPr>
            <a:lvl2pPr indent="0" lvl="1" marL="0" algn="ctr">
              <a:spcBef>
                <a:spcPts val="0"/>
              </a:spcBef>
              <a:buNone/>
              <a:defRPr sz="800">
                <a:solidFill>
                  <a:schemeClr val="lt1"/>
                </a:solidFill>
                <a:latin typeface="Verdana"/>
                <a:ea typeface="Verdana"/>
                <a:cs typeface="Verdana"/>
                <a:sym typeface="Verdana"/>
              </a:defRPr>
            </a:lvl2pPr>
            <a:lvl3pPr indent="0" lvl="2" marL="0" algn="ctr">
              <a:spcBef>
                <a:spcPts val="0"/>
              </a:spcBef>
              <a:buNone/>
              <a:defRPr sz="800">
                <a:solidFill>
                  <a:schemeClr val="lt1"/>
                </a:solidFill>
                <a:latin typeface="Verdana"/>
                <a:ea typeface="Verdana"/>
                <a:cs typeface="Verdana"/>
                <a:sym typeface="Verdana"/>
              </a:defRPr>
            </a:lvl3pPr>
            <a:lvl4pPr indent="0" lvl="3" marL="0" algn="ctr">
              <a:spcBef>
                <a:spcPts val="0"/>
              </a:spcBef>
              <a:buNone/>
              <a:defRPr sz="800">
                <a:solidFill>
                  <a:schemeClr val="lt1"/>
                </a:solidFill>
                <a:latin typeface="Verdana"/>
                <a:ea typeface="Verdana"/>
                <a:cs typeface="Verdana"/>
                <a:sym typeface="Verdana"/>
              </a:defRPr>
            </a:lvl4pPr>
            <a:lvl5pPr indent="0" lvl="4" marL="0" algn="ctr">
              <a:spcBef>
                <a:spcPts val="0"/>
              </a:spcBef>
              <a:buNone/>
              <a:defRPr sz="800">
                <a:solidFill>
                  <a:schemeClr val="lt1"/>
                </a:solidFill>
                <a:latin typeface="Verdana"/>
                <a:ea typeface="Verdana"/>
                <a:cs typeface="Verdana"/>
                <a:sym typeface="Verdana"/>
              </a:defRPr>
            </a:lvl5pPr>
            <a:lvl6pPr indent="0" lvl="5" marL="0" algn="ctr">
              <a:spcBef>
                <a:spcPts val="0"/>
              </a:spcBef>
              <a:buNone/>
              <a:defRPr sz="800">
                <a:solidFill>
                  <a:schemeClr val="lt1"/>
                </a:solidFill>
                <a:latin typeface="Verdana"/>
                <a:ea typeface="Verdana"/>
                <a:cs typeface="Verdana"/>
                <a:sym typeface="Verdana"/>
              </a:defRPr>
            </a:lvl6pPr>
            <a:lvl7pPr indent="0" lvl="6" marL="0" algn="ctr">
              <a:spcBef>
                <a:spcPts val="0"/>
              </a:spcBef>
              <a:buNone/>
              <a:defRPr sz="800">
                <a:solidFill>
                  <a:schemeClr val="lt1"/>
                </a:solidFill>
                <a:latin typeface="Verdana"/>
                <a:ea typeface="Verdana"/>
                <a:cs typeface="Verdana"/>
                <a:sym typeface="Verdana"/>
              </a:defRPr>
            </a:lvl7pPr>
            <a:lvl8pPr indent="0" lvl="7" marL="0" algn="ctr">
              <a:spcBef>
                <a:spcPts val="0"/>
              </a:spcBef>
              <a:buNone/>
              <a:defRPr sz="800">
                <a:solidFill>
                  <a:schemeClr val="lt1"/>
                </a:solidFill>
                <a:latin typeface="Verdana"/>
                <a:ea typeface="Verdana"/>
                <a:cs typeface="Verdana"/>
                <a:sym typeface="Verdana"/>
              </a:defRPr>
            </a:lvl8pPr>
            <a:lvl9pPr indent="0" lvl="8" marL="0" algn="ctr">
              <a:spcBef>
                <a:spcPts val="0"/>
              </a:spcBef>
              <a:buNone/>
              <a:defRPr sz="800">
                <a:solidFill>
                  <a:schemeClr val="lt1"/>
                </a:solidFill>
                <a:latin typeface="Verdana"/>
                <a:ea typeface="Verdana"/>
                <a:cs typeface="Verdana"/>
                <a:sym typeface="Verdana"/>
              </a:defRPr>
            </a:lvl9pPr>
          </a:lstStyle>
          <a:p>
            <a:pPr indent="0" lvl="0" marL="0" rtl="0" algn="ctr">
              <a:spcBef>
                <a:spcPts val="0"/>
              </a:spcBef>
              <a:spcAft>
                <a:spcPts val="0"/>
              </a:spcAft>
              <a:buNone/>
            </a:pPr>
            <a:r>
              <a:rPr lang="zh-CN"/>
              <a:t>PAGE  </a:t>
            </a:r>
            <a:fld id="{00000000-1234-1234-1234-123412341234}" type="slidenum">
              <a:rPr lang="zh-CN"/>
              <a:t>‹#›</a:t>
            </a:fld>
            <a:endParaRPr/>
          </a:p>
        </p:txBody>
      </p:sp>
      <p:grpSp>
        <p:nvGrpSpPr>
          <p:cNvPr id="196" name="Google Shape;196;p25"/>
          <p:cNvGrpSpPr/>
          <p:nvPr/>
        </p:nvGrpSpPr>
        <p:grpSpPr>
          <a:xfrm>
            <a:off x="0" y="0"/>
            <a:ext cx="9144000" cy="297873"/>
            <a:chOff x="421830" y="1342659"/>
            <a:chExt cx="10018760" cy="290558"/>
          </a:xfrm>
        </p:grpSpPr>
        <p:sp>
          <p:nvSpPr>
            <p:cNvPr id="197" name="Google Shape;197;p25"/>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98" name="Google Shape;198;p25"/>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99" name="Google Shape;199;p25"/>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00" name="Google Shape;200;p25"/>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01" name="Google Shape;201;p25"/>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spTree>
      <p:nvGrpSpPr>
        <p:cNvPr id="202" name="Shape 202"/>
        <p:cNvGrpSpPr/>
        <p:nvPr/>
      </p:nvGrpSpPr>
      <p:grpSpPr>
        <a:xfrm>
          <a:off x="0" y="0"/>
          <a:ext cx="0" cy="0"/>
          <a:chOff x="0" y="0"/>
          <a:chExt cx="0" cy="0"/>
        </a:xfrm>
      </p:grpSpPr>
      <p:sp>
        <p:nvSpPr>
          <p:cNvPr id="203" name="Google Shape;203;p26"/>
          <p:cNvSpPr txBox="1"/>
          <p:nvPr>
            <p:ph type="title"/>
          </p:nvPr>
        </p:nvSpPr>
        <p:spPr>
          <a:xfrm>
            <a:off x="492919" y="3435927"/>
            <a:ext cx="8158163" cy="1198418"/>
          </a:xfrm>
          <a:prstGeom prst="rect">
            <a:avLst/>
          </a:prstGeom>
          <a:noFill/>
          <a:ln>
            <a:noFill/>
          </a:ln>
        </p:spPr>
        <p:txBody>
          <a:bodyPr anchorCtr="1" anchor="ctr" bIns="34275" lIns="68575" spcFirstLastPara="1" rIns="68575" wrap="square" tIns="34275">
            <a:noAutofit/>
          </a:bodyPr>
          <a:lstStyle>
            <a:lvl1pPr lvl="0" algn="ctr">
              <a:lnSpc>
                <a:spcPct val="85000"/>
              </a:lnSpc>
              <a:spcBef>
                <a:spcPts val="0"/>
              </a:spcBef>
              <a:spcAft>
                <a:spcPts val="0"/>
              </a:spcAft>
              <a:buClr>
                <a:schemeClr val="dk1"/>
              </a:buClr>
              <a:buSzPts val="1400"/>
              <a:buFont typeface="Verdana"/>
              <a:buNone/>
              <a:defRPr b="0" i="0" sz="1400" cap="none">
                <a:solidFill>
                  <a:schemeClr val="dk1"/>
                </a:solidFill>
                <a:latin typeface="Verdana"/>
                <a:ea typeface="Verdana"/>
                <a:cs typeface="Verdana"/>
                <a:sym typeface="Verdan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4" name="Google Shape;204;p26"/>
          <p:cNvSpPr txBox="1"/>
          <p:nvPr>
            <p:ph idx="10" type="dt"/>
          </p:nvPr>
        </p:nvSpPr>
        <p:spPr>
          <a:xfrm>
            <a:off x="8063253"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5" name="Google Shape;205;p26"/>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6" name="Google Shape;206;p26"/>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grpSp>
        <p:nvGrpSpPr>
          <p:cNvPr id="207" name="Google Shape;207;p26"/>
          <p:cNvGrpSpPr/>
          <p:nvPr/>
        </p:nvGrpSpPr>
        <p:grpSpPr>
          <a:xfrm>
            <a:off x="0" y="0"/>
            <a:ext cx="9144000" cy="297873"/>
            <a:chOff x="421830" y="1342659"/>
            <a:chExt cx="10018760" cy="290558"/>
          </a:xfrm>
        </p:grpSpPr>
        <p:sp>
          <p:nvSpPr>
            <p:cNvPr id="208" name="Google Shape;208;p26"/>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09" name="Google Shape;209;p26"/>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10" name="Google Shape;210;p26"/>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11" name="Google Shape;211;p26"/>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12" name="Google Shape;212;p26"/>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pSp>
      <p:pic>
        <p:nvPicPr>
          <p:cNvPr descr="University of Waterloo logo" id="213" name="Google Shape;213;p26"/>
          <p:cNvPicPr preferRelativeResize="0"/>
          <p:nvPr/>
        </p:nvPicPr>
        <p:blipFill rotWithShape="1">
          <a:blip r:embed="rId2">
            <a:alphaModFix/>
          </a:blip>
          <a:srcRect b="0" l="0" r="0" t="0"/>
          <a:stretch/>
        </p:blipFill>
        <p:spPr>
          <a:xfrm>
            <a:off x="2163709" y="903301"/>
            <a:ext cx="4805486" cy="311784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_ALT" showMasterSp="0">
  <p:cSld name="Closing Slide_ALT">
    <p:bg>
      <p:bgPr>
        <a:solidFill>
          <a:schemeClr val="dk1"/>
        </a:solidFill>
      </p:bgPr>
    </p:bg>
    <p:spTree>
      <p:nvGrpSpPr>
        <p:cNvPr id="214" name="Shape 214"/>
        <p:cNvGrpSpPr/>
        <p:nvPr/>
      </p:nvGrpSpPr>
      <p:grpSpPr>
        <a:xfrm>
          <a:off x="0" y="0"/>
          <a:ext cx="0" cy="0"/>
          <a:chOff x="0" y="0"/>
          <a:chExt cx="0" cy="0"/>
        </a:xfrm>
      </p:grpSpPr>
      <p:sp>
        <p:nvSpPr>
          <p:cNvPr id="215" name="Google Shape;215;p27"/>
          <p:cNvSpPr txBox="1"/>
          <p:nvPr>
            <p:ph type="title"/>
          </p:nvPr>
        </p:nvSpPr>
        <p:spPr>
          <a:xfrm>
            <a:off x="550069" y="3512127"/>
            <a:ext cx="8043863" cy="1169836"/>
          </a:xfrm>
          <a:prstGeom prst="rect">
            <a:avLst/>
          </a:prstGeom>
          <a:noFill/>
          <a:ln>
            <a:noFill/>
          </a:ln>
        </p:spPr>
        <p:txBody>
          <a:bodyPr anchorCtr="1" anchor="ctr" bIns="34275" lIns="68575" spcFirstLastPara="1" rIns="68575" wrap="square" tIns="34275">
            <a:noAutofit/>
          </a:bodyPr>
          <a:lstStyle>
            <a:lvl1pPr lvl="0" algn="ctr">
              <a:lnSpc>
                <a:spcPct val="75000"/>
              </a:lnSpc>
              <a:spcBef>
                <a:spcPts val="0"/>
              </a:spcBef>
              <a:spcAft>
                <a:spcPts val="0"/>
              </a:spcAft>
              <a:buClr>
                <a:schemeClr val="lt1"/>
              </a:buClr>
              <a:buSzPts val="1400"/>
              <a:buFont typeface="Verdana"/>
              <a:buNone/>
              <a:defRPr b="0" i="0" sz="1400" cap="none">
                <a:solidFill>
                  <a:schemeClr val="lt1"/>
                </a:solidFill>
                <a:latin typeface="Verdana"/>
                <a:ea typeface="Verdana"/>
                <a:cs typeface="Verdana"/>
                <a:sym typeface="Verdan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6" name="Google Shape;216;p27"/>
          <p:cNvSpPr txBox="1"/>
          <p:nvPr>
            <p:ph idx="10" type="dt"/>
          </p:nvPr>
        </p:nvSpPr>
        <p:spPr>
          <a:xfrm>
            <a:off x="8063253"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7" name="Google Shape;217;p27"/>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8" name="Google Shape;218;p27"/>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sz="800">
                <a:solidFill>
                  <a:schemeClr val="lt1"/>
                </a:solidFill>
                <a:latin typeface="Verdana"/>
                <a:ea typeface="Verdana"/>
                <a:cs typeface="Verdana"/>
                <a:sym typeface="Verdana"/>
              </a:defRPr>
            </a:lvl1pPr>
            <a:lvl2pPr indent="0" lvl="1" marL="0" algn="ctr">
              <a:spcBef>
                <a:spcPts val="0"/>
              </a:spcBef>
              <a:buNone/>
              <a:defRPr sz="800">
                <a:solidFill>
                  <a:schemeClr val="lt1"/>
                </a:solidFill>
                <a:latin typeface="Verdana"/>
                <a:ea typeface="Verdana"/>
                <a:cs typeface="Verdana"/>
                <a:sym typeface="Verdana"/>
              </a:defRPr>
            </a:lvl2pPr>
            <a:lvl3pPr indent="0" lvl="2" marL="0" algn="ctr">
              <a:spcBef>
                <a:spcPts val="0"/>
              </a:spcBef>
              <a:buNone/>
              <a:defRPr sz="800">
                <a:solidFill>
                  <a:schemeClr val="lt1"/>
                </a:solidFill>
                <a:latin typeface="Verdana"/>
                <a:ea typeface="Verdana"/>
                <a:cs typeface="Verdana"/>
                <a:sym typeface="Verdana"/>
              </a:defRPr>
            </a:lvl3pPr>
            <a:lvl4pPr indent="0" lvl="3" marL="0" algn="ctr">
              <a:spcBef>
                <a:spcPts val="0"/>
              </a:spcBef>
              <a:buNone/>
              <a:defRPr sz="800">
                <a:solidFill>
                  <a:schemeClr val="lt1"/>
                </a:solidFill>
                <a:latin typeface="Verdana"/>
                <a:ea typeface="Verdana"/>
                <a:cs typeface="Verdana"/>
                <a:sym typeface="Verdana"/>
              </a:defRPr>
            </a:lvl4pPr>
            <a:lvl5pPr indent="0" lvl="4" marL="0" algn="ctr">
              <a:spcBef>
                <a:spcPts val="0"/>
              </a:spcBef>
              <a:buNone/>
              <a:defRPr sz="800">
                <a:solidFill>
                  <a:schemeClr val="lt1"/>
                </a:solidFill>
                <a:latin typeface="Verdana"/>
                <a:ea typeface="Verdana"/>
                <a:cs typeface="Verdana"/>
                <a:sym typeface="Verdana"/>
              </a:defRPr>
            </a:lvl5pPr>
            <a:lvl6pPr indent="0" lvl="5" marL="0" algn="ctr">
              <a:spcBef>
                <a:spcPts val="0"/>
              </a:spcBef>
              <a:buNone/>
              <a:defRPr sz="800">
                <a:solidFill>
                  <a:schemeClr val="lt1"/>
                </a:solidFill>
                <a:latin typeface="Verdana"/>
                <a:ea typeface="Verdana"/>
                <a:cs typeface="Verdana"/>
                <a:sym typeface="Verdana"/>
              </a:defRPr>
            </a:lvl6pPr>
            <a:lvl7pPr indent="0" lvl="6" marL="0" algn="ctr">
              <a:spcBef>
                <a:spcPts val="0"/>
              </a:spcBef>
              <a:buNone/>
              <a:defRPr sz="800">
                <a:solidFill>
                  <a:schemeClr val="lt1"/>
                </a:solidFill>
                <a:latin typeface="Verdana"/>
                <a:ea typeface="Verdana"/>
                <a:cs typeface="Verdana"/>
                <a:sym typeface="Verdana"/>
              </a:defRPr>
            </a:lvl7pPr>
            <a:lvl8pPr indent="0" lvl="7" marL="0" algn="ctr">
              <a:spcBef>
                <a:spcPts val="0"/>
              </a:spcBef>
              <a:buNone/>
              <a:defRPr sz="800">
                <a:solidFill>
                  <a:schemeClr val="lt1"/>
                </a:solidFill>
                <a:latin typeface="Verdana"/>
                <a:ea typeface="Verdana"/>
                <a:cs typeface="Verdana"/>
                <a:sym typeface="Verdana"/>
              </a:defRPr>
            </a:lvl8pPr>
            <a:lvl9pPr indent="0" lvl="8" marL="0" algn="ctr">
              <a:spcBef>
                <a:spcPts val="0"/>
              </a:spcBef>
              <a:buNone/>
              <a:defRPr sz="800">
                <a:solidFill>
                  <a:schemeClr val="lt1"/>
                </a:solidFill>
                <a:latin typeface="Verdana"/>
                <a:ea typeface="Verdana"/>
                <a:cs typeface="Verdana"/>
                <a:sym typeface="Verdana"/>
              </a:defRPr>
            </a:lvl9pPr>
          </a:lstStyle>
          <a:p>
            <a:pPr indent="0" lvl="0" marL="0" rtl="0" algn="ctr">
              <a:spcBef>
                <a:spcPts val="0"/>
              </a:spcBef>
              <a:spcAft>
                <a:spcPts val="0"/>
              </a:spcAft>
              <a:buNone/>
            </a:pPr>
            <a:r>
              <a:rPr lang="zh-CN"/>
              <a:t>PAGE  </a:t>
            </a:r>
            <a:fld id="{00000000-1234-1234-1234-123412341234}" type="slidenum">
              <a:rPr lang="zh-CN"/>
              <a:t>‹#›</a:t>
            </a:fld>
            <a:endParaRPr/>
          </a:p>
        </p:txBody>
      </p:sp>
      <p:grpSp>
        <p:nvGrpSpPr>
          <p:cNvPr id="219" name="Google Shape;219;p27"/>
          <p:cNvGrpSpPr/>
          <p:nvPr/>
        </p:nvGrpSpPr>
        <p:grpSpPr>
          <a:xfrm>
            <a:off x="0" y="0"/>
            <a:ext cx="9144000" cy="297873"/>
            <a:chOff x="421830" y="1342659"/>
            <a:chExt cx="10018760" cy="290558"/>
          </a:xfrm>
        </p:grpSpPr>
        <p:sp>
          <p:nvSpPr>
            <p:cNvPr id="220" name="Google Shape;220;p27"/>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21" name="Google Shape;221;p27"/>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22" name="Google Shape;222;p27"/>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23" name="Google Shape;223;p27"/>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24" name="Google Shape;224;p27"/>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pSp>
      <p:pic>
        <p:nvPicPr>
          <p:cNvPr descr="University of Waterloo logo" id="225" name="Google Shape;225;p27"/>
          <p:cNvPicPr preferRelativeResize="0"/>
          <p:nvPr/>
        </p:nvPicPr>
        <p:blipFill rotWithShape="1">
          <a:blip r:embed="rId2">
            <a:alphaModFix/>
          </a:blip>
          <a:srcRect b="0" l="0" r="0" t="0"/>
          <a:stretch/>
        </p:blipFill>
        <p:spPr>
          <a:xfrm>
            <a:off x="2163709" y="903301"/>
            <a:ext cx="4805486" cy="311784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_Y+W" showMasterSp="0">
  <p:cSld name="1_Closing Slide_Y+W">
    <p:spTree>
      <p:nvGrpSpPr>
        <p:cNvPr id="226" name="Shape 226"/>
        <p:cNvGrpSpPr/>
        <p:nvPr/>
      </p:nvGrpSpPr>
      <p:grpSpPr>
        <a:xfrm>
          <a:off x="0" y="0"/>
          <a:ext cx="0" cy="0"/>
          <a:chOff x="0" y="0"/>
          <a:chExt cx="0" cy="0"/>
        </a:xfrm>
      </p:grpSpPr>
      <p:pic>
        <p:nvPicPr>
          <p:cNvPr descr="YOU+WATERLOO" id="227" name="Google Shape;227;p28"/>
          <p:cNvPicPr preferRelativeResize="0"/>
          <p:nvPr/>
        </p:nvPicPr>
        <p:blipFill rotWithShape="1">
          <a:blip r:embed="rId2">
            <a:alphaModFix/>
          </a:blip>
          <a:srcRect b="0" l="0" r="0" t="0"/>
          <a:stretch/>
        </p:blipFill>
        <p:spPr>
          <a:xfrm>
            <a:off x="3865245" y="3438760"/>
            <a:ext cx="1413510" cy="400050"/>
          </a:xfrm>
          <a:prstGeom prst="rect">
            <a:avLst/>
          </a:prstGeom>
          <a:noFill/>
          <a:ln>
            <a:noFill/>
          </a:ln>
        </p:spPr>
      </p:pic>
      <p:pic>
        <p:nvPicPr>
          <p:cNvPr id="228" name="Google Shape;228;p28"/>
          <p:cNvPicPr preferRelativeResize="0"/>
          <p:nvPr/>
        </p:nvPicPr>
        <p:blipFill rotWithShape="1">
          <a:blip r:embed="rId3">
            <a:alphaModFix/>
          </a:blip>
          <a:srcRect b="0" l="0" r="0" t="0"/>
          <a:stretch/>
        </p:blipFill>
        <p:spPr>
          <a:xfrm>
            <a:off x="3126486" y="3952670"/>
            <a:ext cx="2891028" cy="189357"/>
          </a:xfrm>
          <a:prstGeom prst="rect">
            <a:avLst/>
          </a:prstGeom>
          <a:noFill/>
          <a:ln>
            <a:noFill/>
          </a:ln>
        </p:spPr>
      </p:pic>
      <p:sp>
        <p:nvSpPr>
          <p:cNvPr id="229" name="Google Shape;229;p28"/>
          <p:cNvSpPr txBox="1"/>
          <p:nvPr>
            <p:ph idx="10" type="dt"/>
          </p:nvPr>
        </p:nvSpPr>
        <p:spPr>
          <a:xfrm>
            <a:off x="8063253"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0" name="Google Shape;230;p28"/>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1" name="Google Shape;231;p28"/>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grpSp>
        <p:nvGrpSpPr>
          <p:cNvPr id="232" name="Google Shape;232;p28"/>
          <p:cNvGrpSpPr/>
          <p:nvPr/>
        </p:nvGrpSpPr>
        <p:grpSpPr>
          <a:xfrm>
            <a:off x="0" y="0"/>
            <a:ext cx="9144000" cy="297873"/>
            <a:chOff x="421830" y="1342659"/>
            <a:chExt cx="10018760" cy="290558"/>
          </a:xfrm>
        </p:grpSpPr>
        <p:sp>
          <p:nvSpPr>
            <p:cNvPr id="233" name="Google Shape;233;p28"/>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34" name="Google Shape;234;p28"/>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35" name="Google Shape;235;p28"/>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36" name="Google Shape;236;p28"/>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37" name="Google Shape;237;p28"/>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pSp>
      <p:pic>
        <p:nvPicPr>
          <p:cNvPr descr="University of Waterloo logo" id="238" name="Google Shape;238;p28"/>
          <p:cNvPicPr preferRelativeResize="0"/>
          <p:nvPr/>
        </p:nvPicPr>
        <p:blipFill rotWithShape="1">
          <a:blip r:embed="rId4">
            <a:alphaModFix/>
          </a:blip>
          <a:srcRect b="0" l="0" r="0" t="0"/>
          <a:stretch/>
        </p:blipFill>
        <p:spPr>
          <a:xfrm>
            <a:off x="2419250" y="671665"/>
            <a:ext cx="4317950" cy="280152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_Y+W_ALT" showMasterSp="0">
  <p:cSld name="1_Closing Slide_Y+W_ALT">
    <p:bg>
      <p:bgPr>
        <a:solidFill>
          <a:schemeClr val="dk1"/>
        </a:solidFill>
      </p:bgPr>
    </p:bg>
    <p:spTree>
      <p:nvGrpSpPr>
        <p:cNvPr id="239" name="Shape 239"/>
        <p:cNvGrpSpPr/>
        <p:nvPr/>
      </p:nvGrpSpPr>
      <p:grpSpPr>
        <a:xfrm>
          <a:off x="0" y="0"/>
          <a:ext cx="0" cy="0"/>
          <a:chOff x="0" y="0"/>
          <a:chExt cx="0" cy="0"/>
        </a:xfrm>
      </p:grpSpPr>
      <p:sp>
        <p:nvSpPr>
          <p:cNvPr id="240" name="Google Shape;240;p29"/>
          <p:cNvSpPr txBox="1"/>
          <p:nvPr>
            <p:ph idx="10" type="dt"/>
          </p:nvPr>
        </p:nvSpPr>
        <p:spPr>
          <a:xfrm>
            <a:off x="8063253"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1" name="Google Shape;241;p29"/>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2" name="Google Shape;242;p29"/>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sz="800">
                <a:solidFill>
                  <a:schemeClr val="lt1"/>
                </a:solidFill>
                <a:latin typeface="Verdana"/>
                <a:ea typeface="Verdana"/>
                <a:cs typeface="Verdana"/>
                <a:sym typeface="Verdana"/>
              </a:defRPr>
            </a:lvl1pPr>
            <a:lvl2pPr indent="0" lvl="1" marL="0" algn="ctr">
              <a:spcBef>
                <a:spcPts val="0"/>
              </a:spcBef>
              <a:buNone/>
              <a:defRPr sz="800">
                <a:solidFill>
                  <a:schemeClr val="lt1"/>
                </a:solidFill>
                <a:latin typeface="Verdana"/>
                <a:ea typeface="Verdana"/>
                <a:cs typeface="Verdana"/>
                <a:sym typeface="Verdana"/>
              </a:defRPr>
            </a:lvl2pPr>
            <a:lvl3pPr indent="0" lvl="2" marL="0" algn="ctr">
              <a:spcBef>
                <a:spcPts val="0"/>
              </a:spcBef>
              <a:buNone/>
              <a:defRPr sz="800">
                <a:solidFill>
                  <a:schemeClr val="lt1"/>
                </a:solidFill>
                <a:latin typeface="Verdana"/>
                <a:ea typeface="Verdana"/>
                <a:cs typeface="Verdana"/>
                <a:sym typeface="Verdana"/>
              </a:defRPr>
            </a:lvl3pPr>
            <a:lvl4pPr indent="0" lvl="3" marL="0" algn="ctr">
              <a:spcBef>
                <a:spcPts val="0"/>
              </a:spcBef>
              <a:buNone/>
              <a:defRPr sz="800">
                <a:solidFill>
                  <a:schemeClr val="lt1"/>
                </a:solidFill>
                <a:latin typeface="Verdana"/>
                <a:ea typeface="Verdana"/>
                <a:cs typeface="Verdana"/>
                <a:sym typeface="Verdana"/>
              </a:defRPr>
            </a:lvl4pPr>
            <a:lvl5pPr indent="0" lvl="4" marL="0" algn="ctr">
              <a:spcBef>
                <a:spcPts val="0"/>
              </a:spcBef>
              <a:buNone/>
              <a:defRPr sz="800">
                <a:solidFill>
                  <a:schemeClr val="lt1"/>
                </a:solidFill>
                <a:latin typeface="Verdana"/>
                <a:ea typeface="Verdana"/>
                <a:cs typeface="Verdana"/>
                <a:sym typeface="Verdana"/>
              </a:defRPr>
            </a:lvl5pPr>
            <a:lvl6pPr indent="0" lvl="5" marL="0" algn="ctr">
              <a:spcBef>
                <a:spcPts val="0"/>
              </a:spcBef>
              <a:buNone/>
              <a:defRPr sz="800">
                <a:solidFill>
                  <a:schemeClr val="lt1"/>
                </a:solidFill>
                <a:latin typeface="Verdana"/>
                <a:ea typeface="Verdana"/>
                <a:cs typeface="Verdana"/>
                <a:sym typeface="Verdana"/>
              </a:defRPr>
            </a:lvl6pPr>
            <a:lvl7pPr indent="0" lvl="6" marL="0" algn="ctr">
              <a:spcBef>
                <a:spcPts val="0"/>
              </a:spcBef>
              <a:buNone/>
              <a:defRPr sz="800">
                <a:solidFill>
                  <a:schemeClr val="lt1"/>
                </a:solidFill>
                <a:latin typeface="Verdana"/>
                <a:ea typeface="Verdana"/>
                <a:cs typeface="Verdana"/>
                <a:sym typeface="Verdana"/>
              </a:defRPr>
            </a:lvl7pPr>
            <a:lvl8pPr indent="0" lvl="7" marL="0" algn="ctr">
              <a:spcBef>
                <a:spcPts val="0"/>
              </a:spcBef>
              <a:buNone/>
              <a:defRPr sz="800">
                <a:solidFill>
                  <a:schemeClr val="lt1"/>
                </a:solidFill>
                <a:latin typeface="Verdana"/>
                <a:ea typeface="Verdana"/>
                <a:cs typeface="Verdana"/>
                <a:sym typeface="Verdana"/>
              </a:defRPr>
            </a:lvl8pPr>
            <a:lvl9pPr indent="0" lvl="8" marL="0" algn="ctr">
              <a:spcBef>
                <a:spcPts val="0"/>
              </a:spcBef>
              <a:buNone/>
              <a:defRPr sz="800">
                <a:solidFill>
                  <a:schemeClr val="lt1"/>
                </a:solidFill>
                <a:latin typeface="Verdana"/>
                <a:ea typeface="Verdana"/>
                <a:cs typeface="Verdana"/>
                <a:sym typeface="Verdana"/>
              </a:defRPr>
            </a:lvl9pPr>
          </a:lstStyle>
          <a:p>
            <a:pPr indent="0" lvl="0" marL="0" rtl="0" algn="ctr">
              <a:spcBef>
                <a:spcPts val="0"/>
              </a:spcBef>
              <a:spcAft>
                <a:spcPts val="0"/>
              </a:spcAft>
              <a:buNone/>
            </a:pPr>
            <a:r>
              <a:rPr lang="zh-CN"/>
              <a:t>PAGE  </a:t>
            </a:r>
            <a:fld id="{00000000-1234-1234-1234-123412341234}" type="slidenum">
              <a:rPr lang="zh-CN"/>
              <a:t>‹#›</a:t>
            </a:fld>
            <a:endParaRPr/>
          </a:p>
        </p:txBody>
      </p:sp>
      <p:pic>
        <p:nvPicPr>
          <p:cNvPr descr="YOU+WATERLOO" id="243" name="Google Shape;243;p29"/>
          <p:cNvPicPr preferRelativeResize="0"/>
          <p:nvPr/>
        </p:nvPicPr>
        <p:blipFill rotWithShape="1">
          <a:blip r:embed="rId2">
            <a:alphaModFix/>
          </a:blip>
          <a:srcRect b="0" l="0" r="0" t="0"/>
          <a:stretch/>
        </p:blipFill>
        <p:spPr>
          <a:xfrm>
            <a:off x="3865245" y="3444024"/>
            <a:ext cx="1413510" cy="400050"/>
          </a:xfrm>
          <a:prstGeom prst="rect">
            <a:avLst/>
          </a:prstGeom>
          <a:noFill/>
          <a:ln>
            <a:noFill/>
          </a:ln>
        </p:spPr>
      </p:pic>
      <p:pic>
        <p:nvPicPr>
          <p:cNvPr id="244" name="Google Shape;244;p29"/>
          <p:cNvPicPr preferRelativeResize="0"/>
          <p:nvPr/>
        </p:nvPicPr>
        <p:blipFill rotWithShape="1">
          <a:blip r:embed="rId3">
            <a:alphaModFix/>
          </a:blip>
          <a:srcRect b="0" l="0" r="0" t="0"/>
          <a:stretch/>
        </p:blipFill>
        <p:spPr>
          <a:xfrm>
            <a:off x="3126486" y="3957934"/>
            <a:ext cx="2891028" cy="189357"/>
          </a:xfrm>
          <a:prstGeom prst="rect">
            <a:avLst/>
          </a:prstGeom>
          <a:noFill/>
          <a:ln>
            <a:noFill/>
          </a:ln>
        </p:spPr>
      </p:pic>
      <p:sp>
        <p:nvSpPr>
          <p:cNvPr id="245" name="Google Shape;245;p29"/>
          <p:cNvSpPr txBox="1"/>
          <p:nvPr/>
        </p:nvSpPr>
        <p:spPr>
          <a:xfrm>
            <a:off x="3638550" y="5435600"/>
            <a:ext cx="13854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400">
              <a:solidFill>
                <a:schemeClr val="dk1"/>
              </a:solidFill>
              <a:latin typeface="Georgia"/>
              <a:ea typeface="Georgia"/>
              <a:cs typeface="Georgia"/>
              <a:sym typeface="Georgia"/>
            </a:endParaRPr>
          </a:p>
        </p:txBody>
      </p:sp>
      <p:grpSp>
        <p:nvGrpSpPr>
          <p:cNvPr id="246" name="Google Shape;246;p29"/>
          <p:cNvGrpSpPr/>
          <p:nvPr/>
        </p:nvGrpSpPr>
        <p:grpSpPr>
          <a:xfrm>
            <a:off x="0" y="0"/>
            <a:ext cx="9144000" cy="297873"/>
            <a:chOff x="421830" y="1342659"/>
            <a:chExt cx="10018760" cy="290558"/>
          </a:xfrm>
        </p:grpSpPr>
        <p:sp>
          <p:nvSpPr>
            <p:cNvPr id="247" name="Google Shape;247;p29"/>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48" name="Google Shape;248;p29"/>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49" name="Google Shape;249;p29"/>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50" name="Google Shape;250;p29"/>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51" name="Google Shape;251;p29"/>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pSp>
      <p:pic>
        <p:nvPicPr>
          <p:cNvPr descr="University of Waterloo logo" id="252" name="Google Shape;252;p29"/>
          <p:cNvPicPr preferRelativeResize="0"/>
          <p:nvPr/>
        </p:nvPicPr>
        <p:blipFill rotWithShape="1">
          <a:blip r:embed="rId4">
            <a:alphaModFix/>
          </a:blip>
          <a:srcRect b="0" l="0" r="0" t="0"/>
          <a:stretch/>
        </p:blipFill>
        <p:spPr>
          <a:xfrm>
            <a:off x="2419250" y="671665"/>
            <a:ext cx="4317952" cy="280152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_Menu">
  <p:cSld name="Title and Content_Menu">
    <p:spTree>
      <p:nvGrpSpPr>
        <p:cNvPr id="253" name="Shape 253"/>
        <p:cNvGrpSpPr/>
        <p:nvPr/>
      </p:nvGrpSpPr>
      <p:grpSpPr>
        <a:xfrm>
          <a:off x="0" y="0"/>
          <a:ext cx="0" cy="0"/>
          <a:chOff x="0" y="0"/>
          <a:chExt cx="0" cy="0"/>
        </a:xfrm>
      </p:grpSpPr>
      <p:sp>
        <p:nvSpPr>
          <p:cNvPr id="254" name="Google Shape;254;p30"/>
          <p:cNvSpPr txBox="1"/>
          <p:nvPr>
            <p:ph idx="1" type="body"/>
          </p:nvPr>
        </p:nvSpPr>
        <p:spPr>
          <a:xfrm>
            <a:off x="194911" y="1059872"/>
            <a:ext cx="8677297" cy="3446338"/>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600"/>
              </a:spcBef>
              <a:spcAft>
                <a:spcPts val="0"/>
              </a:spcAft>
              <a:buSzPts val="1100"/>
              <a:buChar char="▪"/>
              <a:defRPr/>
            </a:lvl1pPr>
            <a:lvl2pPr indent="-298450" lvl="1" marL="914400" algn="l">
              <a:lnSpc>
                <a:spcPct val="100000"/>
              </a:lnSpc>
              <a:spcBef>
                <a:spcPts val="600"/>
              </a:spcBef>
              <a:spcAft>
                <a:spcPts val="0"/>
              </a:spcAft>
              <a:buSzPts val="1100"/>
              <a:buChar char="▪"/>
              <a:defRPr/>
            </a:lvl2pPr>
            <a:lvl3pPr indent="-298450" lvl="2" marL="1371600" algn="l">
              <a:lnSpc>
                <a:spcPct val="100000"/>
              </a:lnSpc>
              <a:spcBef>
                <a:spcPts val="600"/>
              </a:spcBef>
              <a:spcAft>
                <a:spcPts val="0"/>
              </a:spcAft>
              <a:buSzPts val="1100"/>
              <a:buChar char="▪"/>
              <a:defRPr/>
            </a:lvl3pPr>
            <a:lvl4pPr indent="-298450" lvl="3" marL="1828800" algn="l">
              <a:lnSpc>
                <a:spcPct val="100000"/>
              </a:lnSpc>
              <a:spcBef>
                <a:spcPts val="600"/>
              </a:spcBef>
              <a:spcAft>
                <a:spcPts val="0"/>
              </a:spcAft>
              <a:buSzPts val="1100"/>
              <a:buChar char="▪"/>
              <a:defRPr/>
            </a:lvl4pPr>
            <a:lvl5pPr indent="-298450" lvl="4" marL="2286000" algn="l">
              <a:lnSpc>
                <a:spcPct val="100000"/>
              </a:lnSpc>
              <a:spcBef>
                <a:spcPts val="600"/>
              </a:spcBef>
              <a:spcAft>
                <a:spcPts val="0"/>
              </a:spcAft>
              <a:buSzPts val="1100"/>
              <a:buChar char="▪"/>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5" name="Google Shape;255;p30"/>
          <p:cNvSpPr txBox="1"/>
          <p:nvPr>
            <p:ph idx="2" type="body"/>
          </p:nvPr>
        </p:nvSpPr>
        <p:spPr>
          <a:xfrm>
            <a:off x="5555772" y="513795"/>
            <a:ext cx="1065644" cy="214539"/>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600"/>
              </a:spcBef>
              <a:spcAft>
                <a:spcPts val="0"/>
              </a:spcAft>
              <a:buSzPts val="700"/>
              <a:buNone/>
              <a:defRPr b="0" sz="800">
                <a:solidFill>
                  <a:srgbClr val="7F7F7F"/>
                </a:solidFill>
                <a:latin typeface="Verdana"/>
                <a:ea typeface="Verdana"/>
                <a:cs typeface="Verdana"/>
                <a:sym typeface="Verdana"/>
              </a:defRPr>
            </a:lvl1pPr>
            <a:lvl2pPr indent="-298450" lvl="1" marL="914400" algn="l">
              <a:lnSpc>
                <a:spcPct val="100000"/>
              </a:lnSpc>
              <a:spcBef>
                <a:spcPts val="600"/>
              </a:spcBef>
              <a:spcAft>
                <a:spcPts val="0"/>
              </a:spcAft>
              <a:buSzPts val="1100"/>
              <a:buChar char="▪"/>
              <a:defRPr/>
            </a:lvl2pPr>
            <a:lvl3pPr indent="-298450" lvl="2" marL="1371600" algn="l">
              <a:lnSpc>
                <a:spcPct val="100000"/>
              </a:lnSpc>
              <a:spcBef>
                <a:spcPts val="600"/>
              </a:spcBef>
              <a:spcAft>
                <a:spcPts val="0"/>
              </a:spcAft>
              <a:buSzPts val="1100"/>
              <a:buChar char="▪"/>
              <a:defRPr/>
            </a:lvl3pPr>
            <a:lvl4pPr indent="-298450" lvl="3" marL="1828800" algn="l">
              <a:lnSpc>
                <a:spcPct val="100000"/>
              </a:lnSpc>
              <a:spcBef>
                <a:spcPts val="600"/>
              </a:spcBef>
              <a:spcAft>
                <a:spcPts val="0"/>
              </a:spcAft>
              <a:buSzPts val="1100"/>
              <a:buChar char="▪"/>
              <a:defRPr/>
            </a:lvl4pPr>
            <a:lvl5pPr indent="-298450" lvl="4" marL="2286000" algn="l">
              <a:lnSpc>
                <a:spcPct val="100000"/>
              </a:lnSpc>
              <a:spcBef>
                <a:spcPts val="600"/>
              </a:spcBef>
              <a:spcAft>
                <a:spcPts val="0"/>
              </a:spcAft>
              <a:buSzPts val="1100"/>
              <a:buChar char="▪"/>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6" name="Google Shape;256;p30"/>
          <p:cNvSpPr txBox="1"/>
          <p:nvPr>
            <p:ph idx="3" type="body"/>
          </p:nvPr>
        </p:nvSpPr>
        <p:spPr>
          <a:xfrm>
            <a:off x="6681168" y="513795"/>
            <a:ext cx="1065644" cy="214539"/>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600"/>
              </a:spcBef>
              <a:spcAft>
                <a:spcPts val="0"/>
              </a:spcAft>
              <a:buSzPts val="700"/>
              <a:buNone/>
              <a:defRPr b="0" sz="800">
                <a:solidFill>
                  <a:srgbClr val="7F7F7F"/>
                </a:solidFill>
                <a:latin typeface="Verdana"/>
                <a:ea typeface="Verdana"/>
                <a:cs typeface="Verdana"/>
                <a:sym typeface="Verdana"/>
              </a:defRPr>
            </a:lvl1pPr>
            <a:lvl2pPr indent="-298450" lvl="1" marL="914400" algn="l">
              <a:lnSpc>
                <a:spcPct val="100000"/>
              </a:lnSpc>
              <a:spcBef>
                <a:spcPts val="600"/>
              </a:spcBef>
              <a:spcAft>
                <a:spcPts val="0"/>
              </a:spcAft>
              <a:buSzPts val="1100"/>
              <a:buChar char="▪"/>
              <a:defRPr/>
            </a:lvl2pPr>
            <a:lvl3pPr indent="-298450" lvl="2" marL="1371600" algn="l">
              <a:lnSpc>
                <a:spcPct val="100000"/>
              </a:lnSpc>
              <a:spcBef>
                <a:spcPts val="600"/>
              </a:spcBef>
              <a:spcAft>
                <a:spcPts val="0"/>
              </a:spcAft>
              <a:buSzPts val="1100"/>
              <a:buChar char="▪"/>
              <a:defRPr/>
            </a:lvl3pPr>
            <a:lvl4pPr indent="-298450" lvl="3" marL="1828800" algn="l">
              <a:lnSpc>
                <a:spcPct val="100000"/>
              </a:lnSpc>
              <a:spcBef>
                <a:spcPts val="600"/>
              </a:spcBef>
              <a:spcAft>
                <a:spcPts val="0"/>
              </a:spcAft>
              <a:buSzPts val="1100"/>
              <a:buChar char="▪"/>
              <a:defRPr/>
            </a:lvl4pPr>
            <a:lvl5pPr indent="-298450" lvl="4" marL="2286000" algn="l">
              <a:lnSpc>
                <a:spcPct val="100000"/>
              </a:lnSpc>
              <a:spcBef>
                <a:spcPts val="600"/>
              </a:spcBef>
              <a:spcAft>
                <a:spcPts val="0"/>
              </a:spcAft>
              <a:buSzPts val="1100"/>
              <a:buChar char="▪"/>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7" name="Google Shape;257;p30"/>
          <p:cNvSpPr txBox="1"/>
          <p:nvPr>
            <p:ph idx="4" type="body"/>
          </p:nvPr>
        </p:nvSpPr>
        <p:spPr>
          <a:xfrm>
            <a:off x="7806564" y="513795"/>
            <a:ext cx="1065644" cy="214539"/>
          </a:xfrm>
          <a:prstGeom prst="rect">
            <a:avLst/>
          </a:prstGeom>
          <a:noFill/>
          <a:ln>
            <a:noFill/>
          </a:ln>
        </p:spPr>
        <p:txBody>
          <a:bodyPr anchorCtr="0" anchor="ctr" bIns="34275" lIns="68575" spcFirstLastPara="1" rIns="68575" wrap="square" tIns="34275">
            <a:noAutofit/>
          </a:bodyPr>
          <a:lstStyle>
            <a:lvl1pPr indent="-228600" lvl="0" marL="457200" algn="ctr">
              <a:lnSpc>
                <a:spcPct val="100000"/>
              </a:lnSpc>
              <a:spcBef>
                <a:spcPts val="600"/>
              </a:spcBef>
              <a:spcAft>
                <a:spcPts val="0"/>
              </a:spcAft>
              <a:buSzPts val="700"/>
              <a:buNone/>
              <a:defRPr b="0" sz="800">
                <a:solidFill>
                  <a:srgbClr val="7F7F7F"/>
                </a:solidFill>
                <a:latin typeface="Verdana"/>
                <a:ea typeface="Verdana"/>
                <a:cs typeface="Verdana"/>
                <a:sym typeface="Verdana"/>
              </a:defRPr>
            </a:lvl1pPr>
            <a:lvl2pPr indent="-298450" lvl="1" marL="914400" algn="l">
              <a:lnSpc>
                <a:spcPct val="100000"/>
              </a:lnSpc>
              <a:spcBef>
                <a:spcPts val="600"/>
              </a:spcBef>
              <a:spcAft>
                <a:spcPts val="0"/>
              </a:spcAft>
              <a:buSzPts val="1100"/>
              <a:buChar char="▪"/>
              <a:defRPr/>
            </a:lvl2pPr>
            <a:lvl3pPr indent="-298450" lvl="2" marL="1371600" algn="l">
              <a:lnSpc>
                <a:spcPct val="100000"/>
              </a:lnSpc>
              <a:spcBef>
                <a:spcPts val="600"/>
              </a:spcBef>
              <a:spcAft>
                <a:spcPts val="0"/>
              </a:spcAft>
              <a:buSzPts val="1100"/>
              <a:buChar char="▪"/>
              <a:defRPr/>
            </a:lvl3pPr>
            <a:lvl4pPr indent="-298450" lvl="3" marL="1828800" algn="l">
              <a:lnSpc>
                <a:spcPct val="100000"/>
              </a:lnSpc>
              <a:spcBef>
                <a:spcPts val="600"/>
              </a:spcBef>
              <a:spcAft>
                <a:spcPts val="0"/>
              </a:spcAft>
              <a:buSzPts val="1100"/>
              <a:buChar char="▪"/>
              <a:defRPr/>
            </a:lvl4pPr>
            <a:lvl5pPr indent="-298450" lvl="4" marL="2286000" algn="l">
              <a:lnSpc>
                <a:spcPct val="100000"/>
              </a:lnSpc>
              <a:spcBef>
                <a:spcPts val="600"/>
              </a:spcBef>
              <a:spcAft>
                <a:spcPts val="0"/>
              </a:spcAft>
              <a:buSzPts val="1100"/>
              <a:buChar char="▪"/>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8" name="Google Shape;258;p30"/>
          <p:cNvSpPr txBox="1"/>
          <p:nvPr>
            <p:ph idx="10" type="dt"/>
          </p:nvPr>
        </p:nvSpPr>
        <p:spPr>
          <a:xfrm>
            <a:off x="5653511"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9" name="Google Shape;259;p30"/>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0" name="Google Shape;260;p30"/>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sp>
        <p:nvSpPr>
          <p:cNvPr id="261" name="Google Shape;261;p30"/>
          <p:cNvSpPr txBox="1"/>
          <p:nvPr>
            <p:ph type="title"/>
          </p:nvPr>
        </p:nvSpPr>
        <p:spPr>
          <a:xfrm>
            <a:off x="194912" y="325581"/>
            <a:ext cx="5284561" cy="671945"/>
          </a:xfrm>
          <a:prstGeom prst="rect">
            <a:avLst/>
          </a:prstGeom>
          <a:noFill/>
          <a:ln>
            <a:noFill/>
          </a:ln>
        </p:spPr>
        <p:txBody>
          <a:bodyPr anchorCtr="0" anchor="ctr" bIns="34275" lIns="68575" spcFirstLastPara="1" rIns="68575" wrap="square" tIns="34275">
            <a:normAutofit/>
          </a:bodyPr>
          <a:lstStyle>
            <a:lvl1pPr lvl="0" algn="l">
              <a:lnSpc>
                <a:spcPct val="85000"/>
              </a:lnSpc>
              <a:spcBef>
                <a:spcPts val="0"/>
              </a:spcBef>
              <a:spcAft>
                <a:spcPts val="0"/>
              </a:spcAft>
              <a:buClr>
                <a:schemeClr val="dk1"/>
              </a:buClr>
              <a:buSzPts val="3000"/>
              <a:buFont typeface="Barlow Condensed"/>
              <a:buNone/>
              <a:defRPr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62" name="Shape 262"/>
        <p:cNvGrpSpPr/>
        <p:nvPr/>
      </p:nvGrpSpPr>
      <p:grpSpPr>
        <a:xfrm>
          <a:off x="0" y="0"/>
          <a:ext cx="0" cy="0"/>
          <a:chOff x="0" y="0"/>
          <a:chExt cx="0" cy="0"/>
        </a:xfrm>
      </p:grpSpPr>
      <p:sp>
        <p:nvSpPr>
          <p:cNvPr id="263" name="Google Shape;263;p31"/>
          <p:cNvSpPr txBox="1"/>
          <p:nvPr>
            <p:ph type="title"/>
          </p:nvPr>
        </p:nvSpPr>
        <p:spPr>
          <a:xfrm>
            <a:off x="194911" y="1282304"/>
            <a:ext cx="7049630" cy="2139553"/>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chemeClr val="dk1"/>
              </a:buClr>
              <a:buSzPts val="3000"/>
              <a:buFont typeface="Barlow Condensed"/>
              <a:buNone/>
              <a:defRPr sz="3000" cap="none">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64" name="Google Shape;264;p31"/>
          <p:cNvSpPr txBox="1"/>
          <p:nvPr>
            <p:ph idx="1" type="body"/>
          </p:nvPr>
        </p:nvSpPr>
        <p:spPr>
          <a:xfrm>
            <a:off x="194911" y="3442097"/>
            <a:ext cx="704963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600"/>
              </a:spcBef>
              <a:spcAft>
                <a:spcPts val="0"/>
              </a:spcAft>
              <a:buSzPts val="1500"/>
              <a:buNone/>
              <a:defRPr sz="1800">
                <a:solidFill>
                  <a:srgbClr val="888888"/>
                </a:solidFill>
              </a:defRPr>
            </a:lvl1pPr>
            <a:lvl2pPr indent="-228600" lvl="1" marL="914400" algn="l">
              <a:lnSpc>
                <a:spcPct val="100000"/>
              </a:lnSpc>
              <a:spcBef>
                <a:spcPts val="600"/>
              </a:spcBef>
              <a:spcAft>
                <a:spcPts val="0"/>
              </a:spcAft>
              <a:buSzPts val="1300"/>
              <a:buNone/>
              <a:defRPr sz="1500">
                <a:solidFill>
                  <a:srgbClr val="888888"/>
                </a:solidFill>
              </a:defRPr>
            </a:lvl2pPr>
            <a:lvl3pPr indent="-228600" lvl="2" marL="1371600" algn="l">
              <a:lnSpc>
                <a:spcPct val="100000"/>
              </a:lnSpc>
              <a:spcBef>
                <a:spcPts val="600"/>
              </a:spcBef>
              <a:spcAft>
                <a:spcPts val="0"/>
              </a:spcAft>
              <a:buSzPts val="1100"/>
              <a:buNone/>
              <a:defRPr sz="1400">
                <a:solidFill>
                  <a:srgbClr val="888888"/>
                </a:solidFill>
              </a:defRPr>
            </a:lvl3pPr>
            <a:lvl4pPr indent="-228600" lvl="3" marL="1828800" algn="l">
              <a:lnSpc>
                <a:spcPct val="100000"/>
              </a:lnSpc>
              <a:spcBef>
                <a:spcPts val="600"/>
              </a:spcBef>
              <a:spcAft>
                <a:spcPts val="0"/>
              </a:spcAft>
              <a:buSzPts val="1000"/>
              <a:buNone/>
              <a:defRPr sz="1200">
                <a:solidFill>
                  <a:srgbClr val="888888"/>
                </a:solidFill>
              </a:defRPr>
            </a:lvl4pPr>
            <a:lvl5pPr indent="-228600" lvl="4" marL="2286000" algn="l">
              <a:lnSpc>
                <a:spcPct val="100000"/>
              </a:lnSpc>
              <a:spcBef>
                <a:spcPts val="600"/>
              </a:spcBef>
              <a:spcAft>
                <a:spcPts val="0"/>
              </a:spcAft>
              <a:buSzPts val="1000"/>
              <a:buNone/>
              <a:defRPr sz="1200">
                <a:solidFill>
                  <a:srgbClr val="888888"/>
                </a:solidFill>
              </a:defRPr>
            </a:lvl5pPr>
            <a:lvl6pPr indent="-228600" lvl="5" marL="2743200" algn="l">
              <a:lnSpc>
                <a:spcPct val="90000"/>
              </a:lnSpc>
              <a:spcBef>
                <a:spcPts val="6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5" name="Google Shape;265;p31"/>
          <p:cNvSpPr txBox="1"/>
          <p:nvPr>
            <p:ph idx="10" type="dt"/>
          </p:nvPr>
        </p:nvSpPr>
        <p:spPr>
          <a:xfrm>
            <a:off x="5653511"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6" name="Google Shape;266;p31"/>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7" name="Google Shape;267;p31"/>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ALT" showMasterSp="0">
  <p:cSld name="Section Header_ALT">
    <p:spTree>
      <p:nvGrpSpPr>
        <p:cNvPr id="268" name="Shape 268"/>
        <p:cNvGrpSpPr/>
        <p:nvPr/>
      </p:nvGrpSpPr>
      <p:grpSpPr>
        <a:xfrm>
          <a:off x="0" y="0"/>
          <a:ext cx="0" cy="0"/>
          <a:chOff x="0" y="0"/>
          <a:chExt cx="0" cy="0"/>
        </a:xfrm>
      </p:grpSpPr>
      <p:sp>
        <p:nvSpPr>
          <p:cNvPr id="269" name="Google Shape;269;p32"/>
          <p:cNvSpPr txBox="1"/>
          <p:nvPr>
            <p:ph type="ctrTitle"/>
          </p:nvPr>
        </p:nvSpPr>
        <p:spPr>
          <a:xfrm>
            <a:off x="720391" y="2420560"/>
            <a:ext cx="6577965" cy="909042"/>
          </a:xfrm>
          <a:prstGeom prst="rect">
            <a:avLst/>
          </a:prstGeom>
          <a:noFill/>
          <a:ln>
            <a:noFill/>
          </a:ln>
        </p:spPr>
        <p:txBody>
          <a:bodyPr anchorCtr="0" anchor="b" bIns="34275" lIns="68575" spcFirstLastPara="1" rIns="68575" wrap="square" tIns="34275">
            <a:noAutofit/>
          </a:bodyPr>
          <a:lstStyle>
            <a:lvl1pPr lvl="0" algn="l">
              <a:lnSpc>
                <a:spcPct val="85000"/>
              </a:lnSpc>
              <a:spcBef>
                <a:spcPts val="0"/>
              </a:spcBef>
              <a:spcAft>
                <a:spcPts val="0"/>
              </a:spcAft>
              <a:buClr>
                <a:schemeClr val="dk1"/>
              </a:buClr>
              <a:buSzPts val="3000"/>
              <a:buFont typeface="Barlow Condensed"/>
              <a:buNone/>
              <a:defRPr sz="3000" cap="none">
                <a:solidFill>
                  <a:schemeClr val="dk1"/>
                </a:solidFill>
                <a:latin typeface="Barlow Condensed"/>
                <a:ea typeface="Barlow Condensed"/>
                <a:cs typeface="Barlow Condensed"/>
                <a:sym typeface="Barlow Condense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0" name="Google Shape;270;p32"/>
          <p:cNvSpPr txBox="1"/>
          <p:nvPr>
            <p:ph idx="1" type="subTitle"/>
          </p:nvPr>
        </p:nvSpPr>
        <p:spPr>
          <a:xfrm>
            <a:off x="720391" y="3335474"/>
            <a:ext cx="6577965" cy="499912"/>
          </a:xfrm>
          <a:prstGeom prst="rect">
            <a:avLst/>
          </a:prstGeom>
          <a:noFill/>
          <a:ln>
            <a:noFill/>
          </a:ln>
        </p:spPr>
        <p:txBody>
          <a:bodyPr anchorCtr="0" anchor="t" bIns="34275" lIns="68575" spcFirstLastPara="1" rIns="68575" wrap="square" tIns="34275">
            <a:normAutofit/>
          </a:bodyPr>
          <a:lstStyle>
            <a:lvl1pPr lvl="0" algn="l">
              <a:lnSpc>
                <a:spcPct val="100000"/>
              </a:lnSpc>
              <a:spcBef>
                <a:spcPts val="600"/>
              </a:spcBef>
              <a:spcAft>
                <a:spcPts val="0"/>
              </a:spcAft>
              <a:buSzPts val="1500"/>
              <a:buNone/>
              <a:defRPr sz="1800">
                <a:solidFill>
                  <a:srgbClr val="7F7F7F"/>
                </a:solidFill>
              </a:defRPr>
            </a:lvl1pPr>
            <a:lvl2pPr lvl="1" algn="ctr">
              <a:lnSpc>
                <a:spcPct val="100000"/>
              </a:lnSpc>
              <a:spcBef>
                <a:spcPts val="600"/>
              </a:spcBef>
              <a:spcAft>
                <a:spcPts val="0"/>
              </a:spcAft>
              <a:buSzPts val="1300"/>
              <a:buNone/>
              <a:defRPr sz="1500"/>
            </a:lvl2pPr>
            <a:lvl3pPr lvl="2" algn="ctr">
              <a:lnSpc>
                <a:spcPct val="100000"/>
              </a:lnSpc>
              <a:spcBef>
                <a:spcPts val="600"/>
              </a:spcBef>
              <a:spcAft>
                <a:spcPts val="0"/>
              </a:spcAft>
              <a:buSzPts val="1100"/>
              <a:buNone/>
              <a:defRPr sz="1400"/>
            </a:lvl3pPr>
            <a:lvl4pPr lvl="3" algn="ctr">
              <a:lnSpc>
                <a:spcPct val="100000"/>
              </a:lnSpc>
              <a:spcBef>
                <a:spcPts val="600"/>
              </a:spcBef>
              <a:spcAft>
                <a:spcPts val="0"/>
              </a:spcAft>
              <a:buSzPts val="1000"/>
              <a:buNone/>
              <a:defRPr sz="1200"/>
            </a:lvl4pPr>
            <a:lvl5pPr lvl="4" algn="ctr">
              <a:lnSpc>
                <a:spcPct val="100000"/>
              </a:lnSpc>
              <a:spcBef>
                <a:spcPts val="600"/>
              </a:spcBef>
              <a:spcAft>
                <a:spcPts val="0"/>
              </a:spcAft>
              <a:buSzPts val="1000"/>
              <a:buNone/>
              <a:defRPr sz="1200"/>
            </a:lvl5pPr>
            <a:lvl6pPr lvl="5" algn="ctr">
              <a:lnSpc>
                <a:spcPct val="90000"/>
              </a:lnSpc>
              <a:spcBef>
                <a:spcPts val="6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71" name="Google Shape;271;p32"/>
          <p:cNvSpPr txBox="1"/>
          <p:nvPr>
            <p:ph idx="10" type="dt"/>
          </p:nvPr>
        </p:nvSpPr>
        <p:spPr>
          <a:xfrm>
            <a:off x="8063253"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2" name="Google Shape;272;p32"/>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3" name="Google Shape;273;p32"/>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grpSp>
        <p:nvGrpSpPr>
          <p:cNvPr id="274" name="Google Shape;274;p32"/>
          <p:cNvGrpSpPr/>
          <p:nvPr/>
        </p:nvGrpSpPr>
        <p:grpSpPr>
          <a:xfrm>
            <a:off x="0" y="0"/>
            <a:ext cx="9144000" cy="297873"/>
            <a:chOff x="421830" y="1342659"/>
            <a:chExt cx="10018760" cy="290558"/>
          </a:xfrm>
        </p:grpSpPr>
        <p:sp>
          <p:nvSpPr>
            <p:cNvPr id="275" name="Google Shape;275;p32"/>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76" name="Google Shape;276;p32"/>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77" name="Google Shape;277;p32"/>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78" name="Google Shape;278;p32"/>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79" name="Google Shape;279;p32"/>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p:cSld name="比较">
    <p:spTree>
      <p:nvGrpSpPr>
        <p:cNvPr id="280" name="Shape 280"/>
        <p:cNvGrpSpPr/>
        <p:nvPr/>
      </p:nvGrpSpPr>
      <p:grpSpPr>
        <a:xfrm>
          <a:off x="0" y="0"/>
          <a:ext cx="0" cy="0"/>
          <a:chOff x="0" y="0"/>
          <a:chExt cx="0" cy="0"/>
        </a:xfrm>
      </p:grpSpPr>
      <p:sp>
        <p:nvSpPr>
          <p:cNvPr id="281" name="Google Shape;281;p33"/>
          <p:cNvSpPr txBox="1"/>
          <p:nvPr>
            <p:ph idx="1" type="body"/>
          </p:nvPr>
        </p:nvSpPr>
        <p:spPr>
          <a:xfrm>
            <a:off x="194911" y="1047144"/>
            <a:ext cx="4157035" cy="502703"/>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600"/>
              </a:spcBef>
              <a:spcAft>
                <a:spcPts val="0"/>
              </a:spcAft>
              <a:buSzPts val="1800"/>
              <a:buNone/>
              <a:defRPr b="1" sz="2100">
                <a:latin typeface="Georgia"/>
                <a:ea typeface="Georgia"/>
                <a:cs typeface="Georgia"/>
                <a:sym typeface="Georgia"/>
              </a:defRPr>
            </a:lvl1pPr>
            <a:lvl2pPr indent="-228600" lvl="1" marL="914400" algn="l">
              <a:lnSpc>
                <a:spcPct val="100000"/>
              </a:lnSpc>
              <a:spcBef>
                <a:spcPts val="600"/>
              </a:spcBef>
              <a:spcAft>
                <a:spcPts val="0"/>
              </a:spcAft>
              <a:buSzPts val="1300"/>
              <a:buNone/>
              <a:defRPr b="1" sz="1500"/>
            </a:lvl2pPr>
            <a:lvl3pPr indent="-228600" lvl="2" marL="1371600" algn="l">
              <a:lnSpc>
                <a:spcPct val="100000"/>
              </a:lnSpc>
              <a:spcBef>
                <a:spcPts val="600"/>
              </a:spcBef>
              <a:spcAft>
                <a:spcPts val="0"/>
              </a:spcAft>
              <a:buSzPts val="1100"/>
              <a:buNone/>
              <a:defRPr b="1" sz="1400"/>
            </a:lvl3pPr>
            <a:lvl4pPr indent="-228600" lvl="3" marL="1828800" algn="l">
              <a:lnSpc>
                <a:spcPct val="100000"/>
              </a:lnSpc>
              <a:spcBef>
                <a:spcPts val="600"/>
              </a:spcBef>
              <a:spcAft>
                <a:spcPts val="0"/>
              </a:spcAft>
              <a:buSzPts val="1000"/>
              <a:buNone/>
              <a:defRPr b="1" sz="1200"/>
            </a:lvl4pPr>
            <a:lvl5pPr indent="-228600" lvl="4" marL="2286000" algn="l">
              <a:lnSpc>
                <a:spcPct val="100000"/>
              </a:lnSpc>
              <a:spcBef>
                <a:spcPts val="600"/>
              </a:spcBef>
              <a:spcAft>
                <a:spcPts val="0"/>
              </a:spcAft>
              <a:buSzPts val="10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82" name="Google Shape;282;p33"/>
          <p:cNvSpPr txBox="1"/>
          <p:nvPr>
            <p:ph idx="2" type="body"/>
          </p:nvPr>
        </p:nvSpPr>
        <p:spPr>
          <a:xfrm>
            <a:off x="194911" y="1638300"/>
            <a:ext cx="4157035" cy="2885209"/>
          </a:xfrm>
          <a:prstGeom prst="rect">
            <a:avLst/>
          </a:prstGeom>
          <a:noFill/>
          <a:ln>
            <a:noFill/>
          </a:ln>
        </p:spPr>
        <p:txBody>
          <a:bodyPr anchorCtr="0" anchor="t" bIns="34275" lIns="68575" spcFirstLastPara="1" rIns="68575" wrap="square" tIns="34275">
            <a:normAutofit/>
          </a:bodyPr>
          <a:lstStyle>
            <a:lvl1pPr indent="-311150" lvl="0" marL="457200" algn="l">
              <a:lnSpc>
                <a:spcPct val="100000"/>
              </a:lnSpc>
              <a:spcBef>
                <a:spcPts val="600"/>
              </a:spcBef>
              <a:spcAft>
                <a:spcPts val="0"/>
              </a:spcAft>
              <a:buSzPts val="1300"/>
              <a:buFont typeface="Noto Sans Symbols"/>
              <a:buChar char="▪"/>
              <a:defRPr sz="1500"/>
            </a:lvl1pPr>
            <a:lvl2pPr indent="-298450" lvl="1" marL="914400" algn="l">
              <a:lnSpc>
                <a:spcPct val="100000"/>
              </a:lnSpc>
              <a:spcBef>
                <a:spcPts val="600"/>
              </a:spcBef>
              <a:spcAft>
                <a:spcPts val="0"/>
              </a:spcAft>
              <a:buSzPts val="1100"/>
              <a:buFont typeface="Noto Sans Symbols"/>
              <a:buChar char="▪"/>
              <a:defRPr sz="1400"/>
            </a:lvl2pPr>
            <a:lvl3pPr indent="-292100" lvl="2" marL="1371600" algn="l">
              <a:lnSpc>
                <a:spcPct val="100000"/>
              </a:lnSpc>
              <a:spcBef>
                <a:spcPts val="600"/>
              </a:spcBef>
              <a:spcAft>
                <a:spcPts val="0"/>
              </a:spcAft>
              <a:buSzPts val="1000"/>
              <a:buFont typeface="Noto Sans Symbols"/>
              <a:buChar char="▪"/>
              <a:defRPr sz="1200"/>
            </a:lvl3pPr>
            <a:lvl4pPr indent="-285750" lvl="3" marL="1828800" algn="l">
              <a:lnSpc>
                <a:spcPct val="100000"/>
              </a:lnSpc>
              <a:spcBef>
                <a:spcPts val="600"/>
              </a:spcBef>
              <a:spcAft>
                <a:spcPts val="0"/>
              </a:spcAft>
              <a:buSzPts val="900"/>
              <a:buFont typeface="Noto Sans Symbols"/>
              <a:buChar char="▪"/>
              <a:defRPr sz="1100"/>
            </a:lvl4pPr>
            <a:lvl5pPr indent="-285750" lvl="4" marL="2286000" algn="l">
              <a:lnSpc>
                <a:spcPct val="100000"/>
              </a:lnSpc>
              <a:spcBef>
                <a:spcPts val="600"/>
              </a:spcBef>
              <a:spcAft>
                <a:spcPts val="0"/>
              </a:spcAft>
              <a:buSzPts val="900"/>
              <a:buFont typeface="Noto Sans Symbols"/>
              <a:buChar char="▪"/>
              <a:defRPr sz="1100"/>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3" name="Google Shape;283;p33"/>
          <p:cNvSpPr txBox="1"/>
          <p:nvPr>
            <p:ph idx="3" type="body"/>
          </p:nvPr>
        </p:nvSpPr>
        <p:spPr>
          <a:xfrm>
            <a:off x="4677116" y="1047144"/>
            <a:ext cx="4195094" cy="502703"/>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600"/>
              </a:spcBef>
              <a:spcAft>
                <a:spcPts val="0"/>
              </a:spcAft>
              <a:buSzPts val="1800"/>
              <a:buNone/>
              <a:defRPr b="1" sz="2100">
                <a:latin typeface="Georgia"/>
                <a:ea typeface="Georgia"/>
                <a:cs typeface="Georgia"/>
                <a:sym typeface="Georgia"/>
              </a:defRPr>
            </a:lvl1pPr>
            <a:lvl2pPr indent="-228600" lvl="1" marL="914400" algn="l">
              <a:lnSpc>
                <a:spcPct val="100000"/>
              </a:lnSpc>
              <a:spcBef>
                <a:spcPts val="600"/>
              </a:spcBef>
              <a:spcAft>
                <a:spcPts val="0"/>
              </a:spcAft>
              <a:buSzPts val="1300"/>
              <a:buNone/>
              <a:defRPr b="1" sz="1500"/>
            </a:lvl2pPr>
            <a:lvl3pPr indent="-228600" lvl="2" marL="1371600" algn="l">
              <a:lnSpc>
                <a:spcPct val="100000"/>
              </a:lnSpc>
              <a:spcBef>
                <a:spcPts val="600"/>
              </a:spcBef>
              <a:spcAft>
                <a:spcPts val="0"/>
              </a:spcAft>
              <a:buSzPts val="1100"/>
              <a:buNone/>
              <a:defRPr b="1" sz="1400"/>
            </a:lvl3pPr>
            <a:lvl4pPr indent="-228600" lvl="3" marL="1828800" algn="l">
              <a:lnSpc>
                <a:spcPct val="100000"/>
              </a:lnSpc>
              <a:spcBef>
                <a:spcPts val="600"/>
              </a:spcBef>
              <a:spcAft>
                <a:spcPts val="0"/>
              </a:spcAft>
              <a:buSzPts val="1000"/>
              <a:buNone/>
              <a:defRPr b="1" sz="1200"/>
            </a:lvl4pPr>
            <a:lvl5pPr indent="-228600" lvl="4" marL="2286000" algn="l">
              <a:lnSpc>
                <a:spcPct val="100000"/>
              </a:lnSpc>
              <a:spcBef>
                <a:spcPts val="600"/>
              </a:spcBef>
              <a:spcAft>
                <a:spcPts val="0"/>
              </a:spcAft>
              <a:buSzPts val="1000"/>
              <a:buNone/>
              <a:defRPr b="1" sz="1200"/>
            </a:lvl5pPr>
            <a:lvl6pPr indent="-228600" lvl="5" marL="2743200" algn="l">
              <a:lnSpc>
                <a:spcPct val="90000"/>
              </a:lnSpc>
              <a:spcBef>
                <a:spcPts val="6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84" name="Google Shape;284;p33"/>
          <p:cNvSpPr txBox="1"/>
          <p:nvPr>
            <p:ph idx="4" type="body"/>
          </p:nvPr>
        </p:nvSpPr>
        <p:spPr>
          <a:xfrm>
            <a:off x="4677116" y="1638300"/>
            <a:ext cx="4195094" cy="2885209"/>
          </a:xfrm>
          <a:prstGeom prst="rect">
            <a:avLst/>
          </a:prstGeom>
          <a:noFill/>
          <a:ln>
            <a:noFill/>
          </a:ln>
        </p:spPr>
        <p:txBody>
          <a:bodyPr anchorCtr="0" anchor="t" bIns="34275" lIns="68575" spcFirstLastPara="1" rIns="68575" wrap="square" tIns="34275">
            <a:normAutofit/>
          </a:bodyPr>
          <a:lstStyle>
            <a:lvl1pPr indent="-311150" lvl="0" marL="457200" algn="l">
              <a:lnSpc>
                <a:spcPct val="100000"/>
              </a:lnSpc>
              <a:spcBef>
                <a:spcPts val="600"/>
              </a:spcBef>
              <a:spcAft>
                <a:spcPts val="0"/>
              </a:spcAft>
              <a:buSzPts val="1300"/>
              <a:buFont typeface="Noto Sans Symbols"/>
              <a:buChar char="▪"/>
              <a:defRPr sz="1500"/>
            </a:lvl1pPr>
            <a:lvl2pPr indent="-298450" lvl="1" marL="914400" algn="l">
              <a:lnSpc>
                <a:spcPct val="100000"/>
              </a:lnSpc>
              <a:spcBef>
                <a:spcPts val="600"/>
              </a:spcBef>
              <a:spcAft>
                <a:spcPts val="0"/>
              </a:spcAft>
              <a:buSzPts val="1100"/>
              <a:buFont typeface="Noto Sans Symbols"/>
              <a:buChar char="▪"/>
              <a:defRPr sz="1400"/>
            </a:lvl2pPr>
            <a:lvl3pPr indent="-292100" lvl="2" marL="1371600" algn="l">
              <a:lnSpc>
                <a:spcPct val="100000"/>
              </a:lnSpc>
              <a:spcBef>
                <a:spcPts val="600"/>
              </a:spcBef>
              <a:spcAft>
                <a:spcPts val="0"/>
              </a:spcAft>
              <a:buSzPts val="1000"/>
              <a:buFont typeface="Noto Sans Symbols"/>
              <a:buChar char="▪"/>
              <a:defRPr sz="1200"/>
            </a:lvl3pPr>
            <a:lvl4pPr indent="-285750" lvl="3" marL="1828800" algn="l">
              <a:lnSpc>
                <a:spcPct val="100000"/>
              </a:lnSpc>
              <a:spcBef>
                <a:spcPts val="600"/>
              </a:spcBef>
              <a:spcAft>
                <a:spcPts val="0"/>
              </a:spcAft>
              <a:buSzPts val="900"/>
              <a:buFont typeface="Noto Sans Symbols"/>
              <a:buChar char="▪"/>
              <a:defRPr sz="1100"/>
            </a:lvl4pPr>
            <a:lvl5pPr indent="-285750" lvl="4" marL="2286000" algn="l">
              <a:lnSpc>
                <a:spcPct val="100000"/>
              </a:lnSpc>
              <a:spcBef>
                <a:spcPts val="600"/>
              </a:spcBef>
              <a:spcAft>
                <a:spcPts val="0"/>
              </a:spcAft>
              <a:buSzPts val="900"/>
              <a:buFont typeface="Noto Sans Symbols"/>
              <a:buChar char="▪"/>
              <a:defRPr sz="1100"/>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5" name="Google Shape;285;p33"/>
          <p:cNvSpPr txBox="1"/>
          <p:nvPr>
            <p:ph type="title"/>
          </p:nvPr>
        </p:nvSpPr>
        <p:spPr>
          <a:xfrm>
            <a:off x="194912" y="325581"/>
            <a:ext cx="8677297" cy="671945"/>
          </a:xfrm>
          <a:prstGeom prst="rect">
            <a:avLst/>
          </a:prstGeom>
          <a:noFill/>
          <a:ln>
            <a:noFill/>
          </a:ln>
        </p:spPr>
        <p:txBody>
          <a:bodyPr anchorCtr="0" anchor="ctr" bIns="34275" lIns="68575" spcFirstLastPara="1" rIns="68575" wrap="square" tIns="34275">
            <a:normAutofit/>
          </a:bodyPr>
          <a:lstStyle>
            <a:lvl1pPr lvl="0" algn="l">
              <a:lnSpc>
                <a:spcPct val="85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6" name="Google Shape;286;p33"/>
          <p:cNvSpPr txBox="1"/>
          <p:nvPr>
            <p:ph idx="10" type="dt"/>
          </p:nvPr>
        </p:nvSpPr>
        <p:spPr>
          <a:xfrm>
            <a:off x="5653511"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7" name="Google Shape;287;p33"/>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8" name="Google Shape;288;p33"/>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289" name="Shape 289"/>
        <p:cNvGrpSpPr/>
        <p:nvPr/>
      </p:nvGrpSpPr>
      <p:grpSpPr>
        <a:xfrm>
          <a:off x="0" y="0"/>
          <a:ext cx="0" cy="0"/>
          <a:chOff x="0" y="0"/>
          <a:chExt cx="0" cy="0"/>
        </a:xfrm>
      </p:grpSpPr>
      <p:sp>
        <p:nvSpPr>
          <p:cNvPr id="290" name="Google Shape;290;p34"/>
          <p:cNvSpPr txBox="1"/>
          <p:nvPr>
            <p:ph idx="10" type="dt"/>
          </p:nvPr>
        </p:nvSpPr>
        <p:spPr>
          <a:xfrm>
            <a:off x="5653511"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1" name="Google Shape;291;p34"/>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2" name="Google Shape;292;p34"/>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NoBkgrd" showMasterSp="0">
  <p:cSld name="Blank_NoBkgrd">
    <p:spTree>
      <p:nvGrpSpPr>
        <p:cNvPr id="293" name="Shape 293"/>
        <p:cNvGrpSpPr/>
        <p:nvPr/>
      </p:nvGrpSpPr>
      <p:grpSpPr>
        <a:xfrm>
          <a:off x="0" y="0"/>
          <a:ext cx="0" cy="0"/>
          <a:chOff x="0" y="0"/>
          <a:chExt cx="0" cy="0"/>
        </a:xfrm>
      </p:grpSpPr>
      <p:sp>
        <p:nvSpPr>
          <p:cNvPr id="294" name="Google Shape;294;p35"/>
          <p:cNvSpPr txBox="1"/>
          <p:nvPr>
            <p:ph idx="10" type="dt"/>
          </p:nvPr>
        </p:nvSpPr>
        <p:spPr>
          <a:xfrm>
            <a:off x="8063253" y="4751482"/>
            <a:ext cx="885835" cy="18775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5" name="Google Shape;295;p35"/>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6" name="Google Shape;296;p35"/>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PAGE  </a:t>
            </a:r>
            <a:fld id="{00000000-1234-1234-1234-123412341234}" type="slidenum">
              <a:rPr lang="zh-CN"/>
              <a:t>‹#›</a:t>
            </a:fld>
            <a:endParaRPr/>
          </a:p>
        </p:txBody>
      </p:sp>
      <p:grpSp>
        <p:nvGrpSpPr>
          <p:cNvPr id="297" name="Google Shape;297;p35"/>
          <p:cNvGrpSpPr/>
          <p:nvPr/>
        </p:nvGrpSpPr>
        <p:grpSpPr>
          <a:xfrm>
            <a:off x="0" y="0"/>
            <a:ext cx="9144000" cy="297873"/>
            <a:chOff x="421830" y="1342659"/>
            <a:chExt cx="10018760" cy="290558"/>
          </a:xfrm>
        </p:grpSpPr>
        <p:sp>
          <p:nvSpPr>
            <p:cNvPr id="298" name="Google Shape;298;p35"/>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99" name="Google Shape;299;p35"/>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300" name="Google Shape;300;p35"/>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301" name="Google Shape;301;p35"/>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302" name="Google Shape;302;p35"/>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with Images">
  <p:cSld name="Four Column with Images">
    <p:spTree>
      <p:nvGrpSpPr>
        <p:cNvPr id="303" name="Shape 303"/>
        <p:cNvGrpSpPr/>
        <p:nvPr/>
      </p:nvGrpSpPr>
      <p:grpSpPr>
        <a:xfrm>
          <a:off x="0" y="0"/>
          <a:ext cx="0" cy="0"/>
          <a:chOff x="0" y="0"/>
          <a:chExt cx="0" cy="0"/>
        </a:xfrm>
      </p:grpSpPr>
      <p:grpSp>
        <p:nvGrpSpPr>
          <p:cNvPr descr="Vertical divider keyline" id="304" name="Google Shape;304;p36"/>
          <p:cNvGrpSpPr/>
          <p:nvPr/>
        </p:nvGrpSpPr>
        <p:grpSpPr>
          <a:xfrm>
            <a:off x="2324404" y="1104934"/>
            <a:ext cx="4533596" cy="3356953"/>
            <a:chOff x="3099205" y="1721493"/>
            <a:chExt cx="6044795" cy="4227900"/>
          </a:xfrm>
        </p:grpSpPr>
        <p:cxnSp>
          <p:nvCxnSpPr>
            <p:cNvPr descr="Vertical divider line" id="305" name="Google Shape;305;p36"/>
            <p:cNvCxnSpPr/>
            <p:nvPr/>
          </p:nvCxnSpPr>
          <p:spPr>
            <a:xfrm>
              <a:off x="3099205" y="1721493"/>
              <a:ext cx="0" cy="4227900"/>
            </a:xfrm>
            <a:prstGeom prst="straightConnector1">
              <a:avLst/>
            </a:prstGeom>
            <a:noFill/>
            <a:ln cap="flat" cmpd="sng" w="9525">
              <a:solidFill>
                <a:schemeClr val="dk1"/>
              </a:solidFill>
              <a:prstDash val="solid"/>
              <a:miter lim="800000"/>
              <a:headEnd len="sm" w="sm" type="none"/>
              <a:tailEnd len="sm" w="sm" type="none"/>
            </a:ln>
          </p:spPr>
        </p:cxnSp>
        <p:cxnSp>
          <p:nvCxnSpPr>
            <p:cNvPr descr="Vertical divider line" id="306" name="Google Shape;306;p36"/>
            <p:cNvCxnSpPr/>
            <p:nvPr/>
          </p:nvCxnSpPr>
          <p:spPr>
            <a:xfrm>
              <a:off x="6110630" y="1721493"/>
              <a:ext cx="0" cy="4227900"/>
            </a:xfrm>
            <a:prstGeom prst="straightConnector1">
              <a:avLst/>
            </a:prstGeom>
            <a:noFill/>
            <a:ln cap="flat" cmpd="sng" w="9525">
              <a:solidFill>
                <a:schemeClr val="dk1"/>
              </a:solidFill>
              <a:prstDash val="solid"/>
              <a:miter lim="800000"/>
              <a:headEnd len="sm" w="sm" type="none"/>
              <a:tailEnd len="sm" w="sm" type="none"/>
            </a:ln>
          </p:spPr>
        </p:cxnSp>
        <p:cxnSp>
          <p:nvCxnSpPr>
            <p:cNvPr descr="Vertical divider line" id="307" name="Google Shape;307;p36"/>
            <p:cNvCxnSpPr/>
            <p:nvPr/>
          </p:nvCxnSpPr>
          <p:spPr>
            <a:xfrm>
              <a:off x="9144000" y="1721493"/>
              <a:ext cx="0" cy="4227900"/>
            </a:xfrm>
            <a:prstGeom prst="straightConnector1">
              <a:avLst/>
            </a:prstGeom>
            <a:noFill/>
            <a:ln cap="flat" cmpd="sng" w="9525">
              <a:solidFill>
                <a:schemeClr val="dk1"/>
              </a:solidFill>
              <a:prstDash val="solid"/>
              <a:miter lim="800000"/>
              <a:headEnd len="sm" w="sm" type="none"/>
              <a:tailEnd len="sm" w="sm" type="none"/>
            </a:ln>
          </p:spPr>
        </p:cxnSp>
      </p:grpSp>
      <p:sp>
        <p:nvSpPr>
          <p:cNvPr id="308" name="Google Shape;308;p36"/>
          <p:cNvSpPr txBox="1"/>
          <p:nvPr>
            <p:ph idx="1" type="body"/>
          </p:nvPr>
        </p:nvSpPr>
        <p:spPr>
          <a:xfrm>
            <a:off x="4774599" y="3439320"/>
            <a:ext cx="1890000" cy="995400"/>
          </a:xfrm>
          <a:prstGeom prst="rect">
            <a:avLst/>
          </a:prstGeom>
          <a:noFill/>
          <a:ln>
            <a:noFill/>
          </a:ln>
        </p:spPr>
        <p:txBody>
          <a:bodyPr anchorCtr="0" anchor="t" bIns="34275" lIns="67500" spcFirstLastPara="1" rIns="68575" wrap="square" tIns="67500">
            <a:noAutofit/>
          </a:bodyPr>
          <a:lstStyle>
            <a:lvl1pPr indent="-228600" lvl="0" marL="457200" algn="l">
              <a:lnSpc>
                <a:spcPct val="100000"/>
              </a:lnSpc>
              <a:spcBef>
                <a:spcPts val="0"/>
              </a:spcBef>
              <a:spcAft>
                <a:spcPts val="0"/>
              </a:spcAft>
              <a:buSzPts val="900"/>
              <a:buFont typeface="Verdana"/>
              <a:buNone/>
              <a:defRPr sz="1100">
                <a:latin typeface="Verdana"/>
                <a:ea typeface="Verdana"/>
                <a:cs typeface="Verdana"/>
                <a:sym typeface="Verdana"/>
              </a:defRPr>
            </a:lvl1pPr>
            <a:lvl2pPr indent="-228600" lvl="1" marL="914400" algn="l">
              <a:lnSpc>
                <a:spcPct val="100000"/>
              </a:lnSpc>
              <a:spcBef>
                <a:spcPts val="600"/>
              </a:spcBef>
              <a:spcAft>
                <a:spcPts val="0"/>
              </a:spcAft>
              <a:buSzPts val="1000"/>
              <a:buFont typeface="Georgia"/>
              <a:buNone/>
              <a:defRPr sz="1200"/>
            </a:lvl2pPr>
            <a:lvl3pPr indent="-228600" lvl="2" marL="1371600" algn="l">
              <a:lnSpc>
                <a:spcPct val="100000"/>
              </a:lnSpc>
              <a:spcBef>
                <a:spcPts val="600"/>
              </a:spcBef>
              <a:spcAft>
                <a:spcPts val="0"/>
              </a:spcAft>
              <a:buSzPts val="1000"/>
              <a:buFont typeface="Georgia"/>
              <a:buNone/>
              <a:defRPr sz="1200"/>
            </a:lvl3pPr>
            <a:lvl4pPr indent="-228600" lvl="3" marL="1828800" algn="l">
              <a:lnSpc>
                <a:spcPct val="100000"/>
              </a:lnSpc>
              <a:spcBef>
                <a:spcPts val="600"/>
              </a:spcBef>
              <a:spcAft>
                <a:spcPts val="0"/>
              </a:spcAft>
              <a:buSzPts val="1000"/>
              <a:buFont typeface="Georgia"/>
              <a:buNone/>
              <a:defRPr sz="1200"/>
            </a:lvl4pPr>
            <a:lvl5pPr indent="-228600" lvl="4" marL="2286000" algn="l">
              <a:lnSpc>
                <a:spcPct val="100000"/>
              </a:lnSpc>
              <a:spcBef>
                <a:spcPts val="600"/>
              </a:spcBef>
              <a:spcAft>
                <a:spcPts val="0"/>
              </a:spcAft>
              <a:buSzPts val="1000"/>
              <a:buFont typeface="Georgia"/>
              <a:buNone/>
              <a:defRPr sz="1200"/>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9" name="Google Shape;309;p36"/>
          <p:cNvSpPr txBox="1"/>
          <p:nvPr>
            <p:ph idx="11" type="ftr"/>
          </p:nvPr>
        </p:nvSpPr>
        <p:spPr>
          <a:xfrm>
            <a:off x="194912" y="4751482"/>
            <a:ext cx="3919800" cy="187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10" name="Google Shape;310;p36"/>
          <p:cNvSpPr txBox="1"/>
          <p:nvPr>
            <p:ph idx="12" type="sldNum"/>
          </p:nvPr>
        </p:nvSpPr>
        <p:spPr>
          <a:xfrm>
            <a:off x="4191000" y="4751482"/>
            <a:ext cx="762000" cy="187800"/>
          </a:xfrm>
          <a:prstGeom prst="rect">
            <a:avLst/>
          </a:prstGeom>
          <a:noFill/>
          <a:ln>
            <a:noFill/>
          </a:ln>
        </p:spPr>
        <p:txBody>
          <a:bodyPr anchorCtr="0" anchor="ctr"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r>
              <a:rPr lang="zh-CN"/>
              <a:t>PG. </a:t>
            </a:r>
            <a:fld id="{00000000-1234-1234-1234-123412341234}" type="slidenum">
              <a:rPr lang="zh-CN"/>
              <a:t>‹#›</a:t>
            </a:fld>
            <a:endParaRPr/>
          </a:p>
        </p:txBody>
      </p:sp>
      <p:sp>
        <p:nvSpPr>
          <p:cNvPr id="311" name="Google Shape;311;p36"/>
          <p:cNvSpPr txBox="1"/>
          <p:nvPr/>
        </p:nvSpPr>
        <p:spPr>
          <a:xfrm>
            <a:off x="309213" y="439881"/>
            <a:ext cx="4043400" cy="2106900"/>
          </a:xfrm>
          <a:prstGeom prst="rect">
            <a:avLst/>
          </a:prstGeom>
          <a:noFill/>
          <a:ln>
            <a:noFill/>
          </a:ln>
        </p:spPr>
        <p:txBody>
          <a:bodyPr anchorCtr="0" anchor="ctr" bIns="34275" lIns="68575" spcFirstLastPara="1" rIns="68575" wrap="square" tIns="34275">
            <a:normAutofit/>
          </a:bodyPr>
          <a:lstStyle/>
          <a:p>
            <a:pPr indent="0" lvl="0" marL="0" marR="0" rtl="0" algn="l">
              <a:lnSpc>
                <a:spcPct val="85000"/>
              </a:lnSpc>
              <a:spcBef>
                <a:spcPts val="0"/>
              </a:spcBef>
              <a:spcAft>
                <a:spcPts val="0"/>
              </a:spcAft>
              <a:buClr>
                <a:schemeClr val="dk1"/>
              </a:buClr>
              <a:buSzPts val="3300"/>
              <a:buFont typeface="Barlow Condensed"/>
              <a:buNone/>
            </a:pPr>
            <a:r>
              <a:t/>
            </a:r>
            <a:endParaRPr b="1" i="0" sz="3300" cap="none">
              <a:solidFill>
                <a:schemeClr val="dk1"/>
              </a:solidFill>
              <a:latin typeface="Barlow Condensed"/>
              <a:ea typeface="Barlow Condensed"/>
              <a:cs typeface="Barlow Condensed"/>
              <a:sym typeface="Barlow Condensed"/>
            </a:endParaRPr>
          </a:p>
        </p:txBody>
      </p:sp>
      <p:sp>
        <p:nvSpPr>
          <p:cNvPr id="312" name="Google Shape;312;p36"/>
          <p:cNvSpPr txBox="1"/>
          <p:nvPr>
            <p:ph idx="2" type="body"/>
          </p:nvPr>
        </p:nvSpPr>
        <p:spPr>
          <a:xfrm>
            <a:off x="7055112" y="3439320"/>
            <a:ext cx="1890000" cy="995400"/>
          </a:xfrm>
          <a:prstGeom prst="rect">
            <a:avLst/>
          </a:prstGeom>
          <a:noFill/>
          <a:ln>
            <a:noFill/>
          </a:ln>
        </p:spPr>
        <p:txBody>
          <a:bodyPr anchorCtr="0" anchor="t" bIns="34275" lIns="67500" spcFirstLastPara="1" rIns="68575" wrap="square" tIns="67500">
            <a:noAutofit/>
          </a:bodyPr>
          <a:lstStyle>
            <a:lvl1pPr indent="-228600" lvl="0" marL="457200" algn="l">
              <a:lnSpc>
                <a:spcPct val="100000"/>
              </a:lnSpc>
              <a:spcBef>
                <a:spcPts val="0"/>
              </a:spcBef>
              <a:spcAft>
                <a:spcPts val="0"/>
              </a:spcAft>
              <a:buSzPts val="900"/>
              <a:buFont typeface="Verdana"/>
              <a:buNone/>
              <a:defRPr sz="1100">
                <a:latin typeface="Verdana"/>
                <a:ea typeface="Verdana"/>
                <a:cs typeface="Verdana"/>
                <a:sym typeface="Verdana"/>
              </a:defRPr>
            </a:lvl1pPr>
            <a:lvl2pPr indent="-228600" lvl="1" marL="914400" algn="l">
              <a:lnSpc>
                <a:spcPct val="100000"/>
              </a:lnSpc>
              <a:spcBef>
                <a:spcPts val="600"/>
              </a:spcBef>
              <a:spcAft>
                <a:spcPts val="0"/>
              </a:spcAft>
              <a:buSzPts val="1000"/>
              <a:buFont typeface="Georgia"/>
              <a:buNone/>
              <a:defRPr sz="1200"/>
            </a:lvl2pPr>
            <a:lvl3pPr indent="-228600" lvl="2" marL="1371600" algn="l">
              <a:lnSpc>
                <a:spcPct val="100000"/>
              </a:lnSpc>
              <a:spcBef>
                <a:spcPts val="600"/>
              </a:spcBef>
              <a:spcAft>
                <a:spcPts val="0"/>
              </a:spcAft>
              <a:buSzPts val="1000"/>
              <a:buFont typeface="Georgia"/>
              <a:buNone/>
              <a:defRPr sz="1200"/>
            </a:lvl3pPr>
            <a:lvl4pPr indent="-228600" lvl="3" marL="1828800" algn="l">
              <a:lnSpc>
                <a:spcPct val="100000"/>
              </a:lnSpc>
              <a:spcBef>
                <a:spcPts val="600"/>
              </a:spcBef>
              <a:spcAft>
                <a:spcPts val="0"/>
              </a:spcAft>
              <a:buSzPts val="1000"/>
              <a:buFont typeface="Georgia"/>
              <a:buNone/>
              <a:defRPr sz="1200"/>
            </a:lvl4pPr>
            <a:lvl5pPr indent="-228600" lvl="4" marL="2286000" algn="l">
              <a:lnSpc>
                <a:spcPct val="100000"/>
              </a:lnSpc>
              <a:spcBef>
                <a:spcPts val="600"/>
              </a:spcBef>
              <a:spcAft>
                <a:spcPts val="0"/>
              </a:spcAft>
              <a:buSzPts val="1000"/>
              <a:buFont typeface="Georgia"/>
              <a:buNone/>
              <a:defRPr sz="1200"/>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3" name="Google Shape;313;p36"/>
          <p:cNvSpPr txBox="1"/>
          <p:nvPr>
            <p:ph idx="3" type="body"/>
          </p:nvPr>
        </p:nvSpPr>
        <p:spPr>
          <a:xfrm>
            <a:off x="2501347" y="3438659"/>
            <a:ext cx="1890000" cy="994800"/>
          </a:xfrm>
          <a:prstGeom prst="rect">
            <a:avLst/>
          </a:prstGeom>
          <a:noFill/>
          <a:ln>
            <a:noFill/>
          </a:ln>
        </p:spPr>
        <p:txBody>
          <a:bodyPr anchorCtr="0" anchor="t" bIns="34275" lIns="67500" spcFirstLastPara="1" rIns="68575" wrap="square" tIns="67500">
            <a:noAutofit/>
          </a:bodyPr>
          <a:lstStyle>
            <a:lvl1pPr indent="-228600" lvl="0" marL="457200" algn="l">
              <a:lnSpc>
                <a:spcPct val="100000"/>
              </a:lnSpc>
              <a:spcBef>
                <a:spcPts val="0"/>
              </a:spcBef>
              <a:spcAft>
                <a:spcPts val="0"/>
              </a:spcAft>
              <a:buSzPts val="900"/>
              <a:buFont typeface="Verdana"/>
              <a:buNone/>
              <a:defRPr sz="1100">
                <a:latin typeface="Verdana"/>
                <a:ea typeface="Verdana"/>
                <a:cs typeface="Verdana"/>
                <a:sym typeface="Verdana"/>
              </a:defRPr>
            </a:lvl1pPr>
            <a:lvl2pPr indent="-228600" lvl="1" marL="914400" algn="l">
              <a:lnSpc>
                <a:spcPct val="100000"/>
              </a:lnSpc>
              <a:spcBef>
                <a:spcPts val="600"/>
              </a:spcBef>
              <a:spcAft>
                <a:spcPts val="0"/>
              </a:spcAft>
              <a:buSzPts val="1000"/>
              <a:buFont typeface="Georgia"/>
              <a:buNone/>
              <a:defRPr sz="1200"/>
            </a:lvl2pPr>
            <a:lvl3pPr indent="-228600" lvl="2" marL="1371600" algn="l">
              <a:lnSpc>
                <a:spcPct val="100000"/>
              </a:lnSpc>
              <a:spcBef>
                <a:spcPts val="600"/>
              </a:spcBef>
              <a:spcAft>
                <a:spcPts val="0"/>
              </a:spcAft>
              <a:buSzPts val="1000"/>
              <a:buFont typeface="Georgia"/>
              <a:buNone/>
              <a:defRPr sz="1200"/>
            </a:lvl3pPr>
            <a:lvl4pPr indent="-228600" lvl="3" marL="1828800" algn="l">
              <a:lnSpc>
                <a:spcPct val="100000"/>
              </a:lnSpc>
              <a:spcBef>
                <a:spcPts val="600"/>
              </a:spcBef>
              <a:spcAft>
                <a:spcPts val="0"/>
              </a:spcAft>
              <a:buSzPts val="1000"/>
              <a:buFont typeface="Georgia"/>
              <a:buNone/>
              <a:defRPr sz="1200"/>
            </a:lvl4pPr>
            <a:lvl5pPr indent="-228600" lvl="4" marL="2286000" algn="l">
              <a:lnSpc>
                <a:spcPct val="100000"/>
              </a:lnSpc>
              <a:spcBef>
                <a:spcPts val="600"/>
              </a:spcBef>
              <a:spcAft>
                <a:spcPts val="0"/>
              </a:spcAft>
              <a:buSzPts val="1000"/>
              <a:buFont typeface="Georgia"/>
              <a:buNone/>
              <a:defRPr sz="1200"/>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4" name="Google Shape;314;p36"/>
          <p:cNvSpPr txBox="1"/>
          <p:nvPr>
            <p:ph idx="4" type="body"/>
          </p:nvPr>
        </p:nvSpPr>
        <p:spPr>
          <a:xfrm>
            <a:off x="194909" y="3439320"/>
            <a:ext cx="1890000" cy="995400"/>
          </a:xfrm>
          <a:prstGeom prst="rect">
            <a:avLst/>
          </a:prstGeom>
          <a:noFill/>
          <a:ln>
            <a:noFill/>
          </a:ln>
        </p:spPr>
        <p:txBody>
          <a:bodyPr anchorCtr="0" anchor="t" bIns="34275" lIns="135000" spcFirstLastPara="1" rIns="67500" wrap="square" tIns="67500">
            <a:noAutofit/>
          </a:bodyPr>
          <a:lstStyle>
            <a:lvl1pPr indent="-228600" lvl="0" marL="457200" algn="l">
              <a:lnSpc>
                <a:spcPct val="100000"/>
              </a:lnSpc>
              <a:spcBef>
                <a:spcPts val="0"/>
              </a:spcBef>
              <a:spcAft>
                <a:spcPts val="0"/>
              </a:spcAft>
              <a:buSzPts val="900"/>
              <a:buFont typeface="Verdana"/>
              <a:buNone/>
              <a:defRPr sz="1100">
                <a:latin typeface="Verdana"/>
                <a:ea typeface="Verdana"/>
                <a:cs typeface="Verdana"/>
                <a:sym typeface="Verdana"/>
              </a:defRPr>
            </a:lvl1pPr>
            <a:lvl2pPr indent="-228600" lvl="1" marL="914400" algn="l">
              <a:lnSpc>
                <a:spcPct val="100000"/>
              </a:lnSpc>
              <a:spcBef>
                <a:spcPts val="600"/>
              </a:spcBef>
              <a:spcAft>
                <a:spcPts val="0"/>
              </a:spcAft>
              <a:buSzPts val="1000"/>
              <a:buFont typeface="Georgia"/>
              <a:buNone/>
              <a:defRPr sz="1200"/>
            </a:lvl2pPr>
            <a:lvl3pPr indent="-228600" lvl="2" marL="1371600" algn="l">
              <a:lnSpc>
                <a:spcPct val="100000"/>
              </a:lnSpc>
              <a:spcBef>
                <a:spcPts val="600"/>
              </a:spcBef>
              <a:spcAft>
                <a:spcPts val="0"/>
              </a:spcAft>
              <a:buSzPts val="1000"/>
              <a:buFont typeface="Georgia"/>
              <a:buNone/>
              <a:defRPr sz="1200"/>
            </a:lvl3pPr>
            <a:lvl4pPr indent="-228600" lvl="3" marL="1828800" algn="l">
              <a:lnSpc>
                <a:spcPct val="100000"/>
              </a:lnSpc>
              <a:spcBef>
                <a:spcPts val="600"/>
              </a:spcBef>
              <a:spcAft>
                <a:spcPts val="0"/>
              </a:spcAft>
              <a:buSzPts val="1000"/>
              <a:buFont typeface="Georgia"/>
              <a:buNone/>
              <a:defRPr sz="1200"/>
            </a:lvl4pPr>
            <a:lvl5pPr indent="-228600" lvl="4" marL="2286000" algn="l">
              <a:lnSpc>
                <a:spcPct val="100000"/>
              </a:lnSpc>
              <a:spcBef>
                <a:spcPts val="600"/>
              </a:spcBef>
              <a:spcAft>
                <a:spcPts val="0"/>
              </a:spcAft>
              <a:buSzPts val="1000"/>
              <a:buFont typeface="Georgia"/>
              <a:buNone/>
              <a:defRPr sz="1200"/>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5" name="Google Shape;315;p36"/>
          <p:cNvSpPr txBox="1"/>
          <p:nvPr>
            <p:ph idx="10" type="dt"/>
          </p:nvPr>
        </p:nvSpPr>
        <p:spPr>
          <a:xfrm>
            <a:off x="5653511" y="4751482"/>
            <a:ext cx="885900" cy="187800"/>
          </a:xfrm>
          <a:prstGeom prst="rect">
            <a:avLst/>
          </a:prstGeom>
          <a:noFill/>
          <a:ln>
            <a:noFill/>
          </a:ln>
        </p:spPr>
        <p:txBody>
          <a:bodyPr anchorCtr="0" anchor="t" bIns="34275" lIns="68575" spcFirstLastPara="1" rIns="68575" wrap="square" tIns="34275">
            <a:noAutofit/>
          </a:bodyPr>
          <a:lstStyle>
            <a:lvl1pPr lvl="0" marR="0" algn="ctr">
              <a:spcBef>
                <a:spcPts val="0"/>
              </a:spcBef>
              <a:spcAft>
                <a:spcPts val="0"/>
              </a:spcAft>
              <a:buSzPts val="1100"/>
              <a:buNone/>
              <a:defRPr sz="800">
                <a:solidFill>
                  <a:schemeClr val="dk1"/>
                </a:solidFill>
                <a:latin typeface="Verdana"/>
                <a:ea typeface="Verdana"/>
                <a:cs typeface="Verdana"/>
                <a:sym typeface="Verdana"/>
              </a:defRPr>
            </a:lvl1pPr>
            <a:lvl2pPr lvl="1" marR="0" algn="l">
              <a:spcBef>
                <a:spcPts val="0"/>
              </a:spcBef>
              <a:spcAft>
                <a:spcPts val="0"/>
              </a:spcAft>
              <a:buSzPts val="1100"/>
              <a:buNone/>
              <a:defRPr b="0" i="0" sz="1400" u="none" cap="none" strike="noStrike">
                <a:solidFill>
                  <a:schemeClr val="dk1"/>
                </a:solidFill>
                <a:latin typeface="Georgia"/>
                <a:ea typeface="Georgia"/>
                <a:cs typeface="Georgia"/>
                <a:sym typeface="Georgia"/>
              </a:defRPr>
            </a:lvl2pPr>
            <a:lvl3pPr lvl="2" marR="0" algn="l">
              <a:spcBef>
                <a:spcPts val="0"/>
              </a:spcBef>
              <a:spcAft>
                <a:spcPts val="0"/>
              </a:spcAft>
              <a:buSzPts val="1100"/>
              <a:buNone/>
              <a:defRPr b="0" i="0" sz="1400" u="none" cap="none" strike="noStrike">
                <a:solidFill>
                  <a:schemeClr val="dk1"/>
                </a:solidFill>
                <a:latin typeface="Georgia"/>
                <a:ea typeface="Georgia"/>
                <a:cs typeface="Georgia"/>
                <a:sym typeface="Georgia"/>
              </a:defRPr>
            </a:lvl3pPr>
            <a:lvl4pPr lvl="3" marR="0" algn="l">
              <a:spcBef>
                <a:spcPts val="0"/>
              </a:spcBef>
              <a:spcAft>
                <a:spcPts val="0"/>
              </a:spcAft>
              <a:buSzPts val="1100"/>
              <a:buNone/>
              <a:defRPr b="0" i="0" sz="1400" u="none" cap="none" strike="noStrike">
                <a:solidFill>
                  <a:schemeClr val="dk1"/>
                </a:solidFill>
                <a:latin typeface="Georgia"/>
                <a:ea typeface="Georgia"/>
                <a:cs typeface="Georgia"/>
                <a:sym typeface="Georgia"/>
              </a:defRPr>
            </a:lvl4pPr>
            <a:lvl5pPr lvl="4" marR="0" algn="l">
              <a:spcBef>
                <a:spcPts val="0"/>
              </a:spcBef>
              <a:spcAft>
                <a:spcPts val="0"/>
              </a:spcAft>
              <a:buSzPts val="1100"/>
              <a:buNone/>
              <a:defRPr b="0" i="0" sz="1400" u="none" cap="none" strike="noStrike">
                <a:solidFill>
                  <a:schemeClr val="dk1"/>
                </a:solidFill>
                <a:latin typeface="Georgia"/>
                <a:ea typeface="Georgia"/>
                <a:cs typeface="Georgia"/>
                <a:sym typeface="Georgia"/>
              </a:defRPr>
            </a:lvl5pPr>
            <a:lvl6pPr lvl="5" marR="0" algn="l">
              <a:spcBef>
                <a:spcPts val="0"/>
              </a:spcBef>
              <a:spcAft>
                <a:spcPts val="0"/>
              </a:spcAft>
              <a:buSzPts val="1100"/>
              <a:buNone/>
              <a:defRPr b="0" i="0" sz="1400" u="none" cap="none" strike="noStrike">
                <a:solidFill>
                  <a:schemeClr val="dk1"/>
                </a:solidFill>
                <a:latin typeface="Georgia"/>
                <a:ea typeface="Georgia"/>
                <a:cs typeface="Georgia"/>
                <a:sym typeface="Georgia"/>
              </a:defRPr>
            </a:lvl6pPr>
            <a:lvl7pPr lvl="6" marR="0" algn="l">
              <a:spcBef>
                <a:spcPts val="0"/>
              </a:spcBef>
              <a:spcAft>
                <a:spcPts val="0"/>
              </a:spcAft>
              <a:buSzPts val="1100"/>
              <a:buNone/>
              <a:defRPr b="0" i="0" sz="1400" u="none" cap="none" strike="noStrike">
                <a:solidFill>
                  <a:schemeClr val="dk1"/>
                </a:solidFill>
                <a:latin typeface="Georgia"/>
                <a:ea typeface="Georgia"/>
                <a:cs typeface="Georgia"/>
                <a:sym typeface="Georgia"/>
              </a:defRPr>
            </a:lvl7pPr>
            <a:lvl8pPr lvl="7" marR="0" algn="l">
              <a:spcBef>
                <a:spcPts val="0"/>
              </a:spcBef>
              <a:spcAft>
                <a:spcPts val="0"/>
              </a:spcAft>
              <a:buSzPts val="1100"/>
              <a:buNone/>
              <a:defRPr b="0" i="0" sz="1400" u="none" cap="none" strike="noStrike">
                <a:solidFill>
                  <a:schemeClr val="dk1"/>
                </a:solidFill>
                <a:latin typeface="Georgia"/>
                <a:ea typeface="Georgia"/>
                <a:cs typeface="Georgia"/>
                <a:sym typeface="Georgia"/>
              </a:defRPr>
            </a:lvl8pPr>
            <a:lvl9pPr lvl="8" marR="0" algn="l">
              <a:spcBef>
                <a:spcPts val="0"/>
              </a:spcBef>
              <a:spcAft>
                <a:spcPts val="0"/>
              </a:spcAft>
              <a:buSzPts val="1100"/>
              <a:buNone/>
              <a:defRPr b="0" i="0" sz="1400" u="none" cap="none" strike="noStrike">
                <a:solidFill>
                  <a:schemeClr val="dk1"/>
                </a:solidFill>
                <a:latin typeface="Georgia"/>
                <a:ea typeface="Georgia"/>
                <a:cs typeface="Georgia"/>
                <a:sym typeface="Georgia"/>
              </a:defRPr>
            </a:lvl9pPr>
          </a:lstStyle>
          <a:p/>
        </p:txBody>
      </p:sp>
      <p:sp>
        <p:nvSpPr>
          <p:cNvPr id="316" name="Google Shape;316;p36"/>
          <p:cNvSpPr txBox="1"/>
          <p:nvPr>
            <p:ph idx="5" type="body"/>
          </p:nvPr>
        </p:nvSpPr>
        <p:spPr>
          <a:xfrm>
            <a:off x="4720599" y="1173625"/>
            <a:ext cx="1998000" cy="2168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000"/>
              <a:buFont typeface="Verdana"/>
              <a:buNone/>
              <a:defRPr sz="1100">
                <a:latin typeface="Verdana"/>
                <a:ea typeface="Verdana"/>
                <a:cs typeface="Verdana"/>
                <a:sym typeface="Verdana"/>
              </a:defRPr>
            </a:lvl1pPr>
            <a:lvl2pPr indent="-228600" lvl="1" marL="914400" algn="l">
              <a:lnSpc>
                <a:spcPct val="100000"/>
              </a:lnSpc>
              <a:spcBef>
                <a:spcPts val="600"/>
              </a:spcBef>
              <a:spcAft>
                <a:spcPts val="0"/>
              </a:spcAft>
              <a:buSzPts val="1000"/>
              <a:buFont typeface="Georgia"/>
              <a:buNone/>
              <a:defRPr sz="1200"/>
            </a:lvl2pPr>
            <a:lvl3pPr indent="-228600" lvl="2" marL="1371600" algn="l">
              <a:lnSpc>
                <a:spcPct val="100000"/>
              </a:lnSpc>
              <a:spcBef>
                <a:spcPts val="600"/>
              </a:spcBef>
              <a:spcAft>
                <a:spcPts val="0"/>
              </a:spcAft>
              <a:buSzPts val="1000"/>
              <a:buFont typeface="Georgia"/>
              <a:buNone/>
              <a:defRPr sz="1200"/>
            </a:lvl3pPr>
            <a:lvl4pPr indent="-228600" lvl="3" marL="1828800" algn="l">
              <a:lnSpc>
                <a:spcPct val="100000"/>
              </a:lnSpc>
              <a:spcBef>
                <a:spcPts val="600"/>
              </a:spcBef>
              <a:spcAft>
                <a:spcPts val="0"/>
              </a:spcAft>
              <a:buSzPts val="1000"/>
              <a:buFont typeface="Georgia"/>
              <a:buNone/>
              <a:defRPr sz="1200"/>
            </a:lvl4pPr>
            <a:lvl5pPr indent="-228600" lvl="4" marL="2286000" algn="l">
              <a:lnSpc>
                <a:spcPct val="100000"/>
              </a:lnSpc>
              <a:spcBef>
                <a:spcPts val="600"/>
              </a:spcBef>
              <a:spcAft>
                <a:spcPts val="0"/>
              </a:spcAft>
              <a:buSzPts val="1000"/>
              <a:buFont typeface="Georgia"/>
              <a:buNone/>
              <a:defRPr sz="1200"/>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7" name="Google Shape;317;p36"/>
          <p:cNvSpPr txBox="1"/>
          <p:nvPr>
            <p:ph idx="6" type="body"/>
          </p:nvPr>
        </p:nvSpPr>
        <p:spPr>
          <a:xfrm>
            <a:off x="7002888" y="1173625"/>
            <a:ext cx="1998000" cy="2168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000"/>
              <a:buFont typeface="Verdana"/>
              <a:buNone/>
              <a:defRPr sz="1100">
                <a:latin typeface="Verdana"/>
                <a:ea typeface="Verdana"/>
                <a:cs typeface="Verdana"/>
                <a:sym typeface="Verdana"/>
              </a:defRPr>
            </a:lvl1pPr>
            <a:lvl2pPr indent="-228600" lvl="1" marL="914400" algn="l">
              <a:lnSpc>
                <a:spcPct val="100000"/>
              </a:lnSpc>
              <a:spcBef>
                <a:spcPts val="600"/>
              </a:spcBef>
              <a:spcAft>
                <a:spcPts val="0"/>
              </a:spcAft>
              <a:buSzPts val="1000"/>
              <a:buFont typeface="Georgia"/>
              <a:buNone/>
              <a:defRPr sz="1200"/>
            </a:lvl2pPr>
            <a:lvl3pPr indent="-228600" lvl="2" marL="1371600" algn="l">
              <a:lnSpc>
                <a:spcPct val="100000"/>
              </a:lnSpc>
              <a:spcBef>
                <a:spcPts val="600"/>
              </a:spcBef>
              <a:spcAft>
                <a:spcPts val="0"/>
              </a:spcAft>
              <a:buSzPts val="1000"/>
              <a:buFont typeface="Georgia"/>
              <a:buNone/>
              <a:defRPr sz="1200"/>
            </a:lvl3pPr>
            <a:lvl4pPr indent="-228600" lvl="3" marL="1828800" algn="l">
              <a:lnSpc>
                <a:spcPct val="100000"/>
              </a:lnSpc>
              <a:spcBef>
                <a:spcPts val="600"/>
              </a:spcBef>
              <a:spcAft>
                <a:spcPts val="0"/>
              </a:spcAft>
              <a:buSzPts val="1000"/>
              <a:buFont typeface="Georgia"/>
              <a:buNone/>
              <a:defRPr sz="1200"/>
            </a:lvl4pPr>
            <a:lvl5pPr indent="-228600" lvl="4" marL="2286000" algn="l">
              <a:lnSpc>
                <a:spcPct val="100000"/>
              </a:lnSpc>
              <a:spcBef>
                <a:spcPts val="600"/>
              </a:spcBef>
              <a:spcAft>
                <a:spcPts val="0"/>
              </a:spcAft>
              <a:buSzPts val="1000"/>
              <a:buFont typeface="Georgia"/>
              <a:buNone/>
              <a:defRPr sz="1200"/>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8" name="Google Shape;318;p36"/>
          <p:cNvSpPr txBox="1"/>
          <p:nvPr>
            <p:ph idx="7" type="body"/>
          </p:nvPr>
        </p:nvSpPr>
        <p:spPr>
          <a:xfrm>
            <a:off x="2447347" y="1173625"/>
            <a:ext cx="1998000" cy="2166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000"/>
              <a:buFont typeface="Verdana"/>
              <a:buNone/>
              <a:defRPr sz="1100">
                <a:latin typeface="Verdana"/>
                <a:ea typeface="Verdana"/>
                <a:cs typeface="Verdana"/>
                <a:sym typeface="Verdana"/>
              </a:defRPr>
            </a:lvl1pPr>
            <a:lvl2pPr indent="-228600" lvl="1" marL="914400" algn="l">
              <a:lnSpc>
                <a:spcPct val="100000"/>
              </a:lnSpc>
              <a:spcBef>
                <a:spcPts val="600"/>
              </a:spcBef>
              <a:spcAft>
                <a:spcPts val="0"/>
              </a:spcAft>
              <a:buSzPts val="1000"/>
              <a:buFont typeface="Georgia"/>
              <a:buNone/>
              <a:defRPr sz="1200"/>
            </a:lvl2pPr>
            <a:lvl3pPr indent="-228600" lvl="2" marL="1371600" algn="l">
              <a:lnSpc>
                <a:spcPct val="100000"/>
              </a:lnSpc>
              <a:spcBef>
                <a:spcPts val="600"/>
              </a:spcBef>
              <a:spcAft>
                <a:spcPts val="0"/>
              </a:spcAft>
              <a:buSzPts val="1000"/>
              <a:buFont typeface="Georgia"/>
              <a:buNone/>
              <a:defRPr sz="1200"/>
            </a:lvl3pPr>
            <a:lvl4pPr indent="-228600" lvl="3" marL="1828800" algn="l">
              <a:lnSpc>
                <a:spcPct val="100000"/>
              </a:lnSpc>
              <a:spcBef>
                <a:spcPts val="600"/>
              </a:spcBef>
              <a:spcAft>
                <a:spcPts val="0"/>
              </a:spcAft>
              <a:buSzPts val="1000"/>
              <a:buFont typeface="Georgia"/>
              <a:buNone/>
              <a:defRPr sz="1200"/>
            </a:lvl4pPr>
            <a:lvl5pPr indent="-228600" lvl="4" marL="2286000" algn="l">
              <a:lnSpc>
                <a:spcPct val="100000"/>
              </a:lnSpc>
              <a:spcBef>
                <a:spcPts val="600"/>
              </a:spcBef>
              <a:spcAft>
                <a:spcPts val="0"/>
              </a:spcAft>
              <a:buSzPts val="1000"/>
              <a:buFont typeface="Georgia"/>
              <a:buNone/>
              <a:defRPr sz="1200"/>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9" name="Google Shape;319;p36"/>
          <p:cNvSpPr txBox="1"/>
          <p:nvPr>
            <p:ph idx="8" type="body"/>
          </p:nvPr>
        </p:nvSpPr>
        <p:spPr>
          <a:xfrm>
            <a:off x="194908" y="1173625"/>
            <a:ext cx="1998000" cy="2168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000"/>
              <a:buFont typeface="Verdana"/>
              <a:buNone/>
              <a:defRPr sz="1100">
                <a:latin typeface="Verdana"/>
                <a:ea typeface="Verdana"/>
                <a:cs typeface="Verdana"/>
                <a:sym typeface="Verdana"/>
              </a:defRPr>
            </a:lvl1pPr>
            <a:lvl2pPr indent="-228600" lvl="1" marL="914400" algn="l">
              <a:lnSpc>
                <a:spcPct val="100000"/>
              </a:lnSpc>
              <a:spcBef>
                <a:spcPts val="600"/>
              </a:spcBef>
              <a:spcAft>
                <a:spcPts val="0"/>
              </a:spcAft>
              <a:buSzPts val="1000"/>
              <a:buFont typeface="Georgia"/>
              <a:buNone/>
              <a:defRPr sz="1200"/>
            </a:lvl2pPr>
            <a:lvl3pPr indent="-228600" lvl="2" marL="1371600" algn="l">
              <a:lnSpc>
                <a:spcPct val="100000"/>
              </a:lnSpc>
              <a:spcBef>
                <a:spcPts val="600"/>
              </a:spcBef>
              <a:spcAft>
                <a:spcPts val="0"/>
              </a:spcAft>
              <a:buSzPts val="1000"/>
              <a:buFont typeface="Georgia"/>
              <a:buNone/>
              <a:defRPr sz="1200"/>
            </a:lvl3pPr>
            <a:lvl4pPr indent="-228600" lvl="3" marL="1828800" algn="l">
              <a:lnSpc>
                <a:spcPct val="100000"/>
              </a:lnSpc>
              <a:spcBef>
                <a:spcPts val="600"/>
              </a:spcBef>
              <a:spcAft>
                <a:spcPts val="0"/>
              </a:spcAft>
              <a:buSzPts val="1000"/>
              <a:buFont typeface="Georgia"/>
              <a:buNone/>
              <a:defRPr sz="1200"/>
            </a:lvl4pPr>
            <a:lvl5pPr indent="-228600" lvl="4" marL="2286000" algn="l">
              <a:lnSpc>
                <a:spcPct val="100000"/>
              </a:lnSpc>
              <a:spcBef>
                <a:spcPts val="600"/>
              </a:spcBef>
              <a:spcAft>
                <a:spcPts val="0"/>
              </a:spcAft>
              <a:buSzPts val="1000"/>
              <a:buFont typeface="Georgia"/>
              <a:buNone/>
              <a:defRPr sz="1200"/>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0" name="Google Shape;320;p36"/>
          <p:cNvSpPr txBox="1"/>
          <p:nvPr>
            <p:ph type="title"/>
          </p:nvPr>
        </p:nvSpPr>
        <p:spPr>
          <a:xfrm>
            <a:off x="340201" y="325580"/>
            <a:ext cx="8545200" cy="820800"/>
          </a:xfrm>
          <a:prstGeom prst="rect">
            <a:avLst/>
          </a:prstGeom>
          <a:noFill/>
          <a:ln>
            <a:noFill/>
          </a:ln>
        </p:spPr>
        <p:txBody>
          <a:bodyPr anchorCtr="0" anchor="ctr" bIns="34275" lIns="68575" spcFirstLastPara="1" rIns="68575" wrap="square" tIns="34275">
            <a:normAutofit/>
          </a:bodyPr>
          <a:lstStyle>
            <a:lvl1pPr lvl="0" algn="l">
              <a:lnSpc>
                <a:spcPct val="85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0.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1" Type="http://schemas.openxmlformats.org/officeDocument/2006/relationships/image" Target="../media/image5.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25" Type="http://schemas.openxmlformats.org/officeDocument/2006/relationships/theme" Target="../theme/theme2.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194912" y="325581"/>
            <a:ext cx="8677297" cy="671945"/>
          </a:xfrm>
          <a:prstGeom prst="rect">
            <a:avLst/>
          </a:prstGeom>
          <a:noFill/>
          <a:ln>
            <a:noFill/>
          </a:ln>
        </p:spPr>
        <p:txBody>
          <a:bodyPr anchorCtr="0" anchor="ctr" bIns="34275" lIns="68575" spcFirstLastPara="1" rIns="68575" wrap="square" tIns="34275">
            <a:normAutofit/>
          </a:bodyPr>
          <a:lstStyle>
            <a:lvl1pPr lvl="0" marR="0" rtl="0" algn="l">
              <a:lnSpc>
                <a:spcPct val="85000"/>
              </a:lnSpc>
              <a:spcBef>
                <a:spcPts val="0"/>
              </a:spcBef>
              <a:spcAft>
                <a:spcPts val="0"/>
              </a:spcAft>
              <a:buClr>
                <a:schemeClr val="dk1"/>
              </a:buClr>
              <a:buSzPts val="3000"/>
              <a:buFont typeface="Barlow Condensed"/>
              <a:buNone/>
              <a:defRPr b="1" i="0" sz="3000" u="none" cap="none" strike="noStrike">
                <a:solidFill>
                  <a:schemeClr val="dk1"/>
                </a:solidFill>
                <a:latin typeface="Barlow Condensed"/>
                <a:ea typeface="Barlow Condensed"/>
                <a:cs typeface="Barlow Condensed"/>
                <a:sym typeface="Barlow Condensed"/>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194911" y="1059872"/>
            <a:ext cx="8677297" cy="3446338"/>
          </a:xfrm>
          <a:prstGeom prst="rect">
            <a:avLst/>
          </a:prstGeom>
          <a:noFill/>
          <a:ln>
            <a:noFill/>
          </a:ln>
        </p:spPr>
        <p:txBody>
          <a:bodyPr anchorCtr="0" anchor="t" bIns="34275" lIns="68575" spcFirstLastPara="1" rIns="68575" wrap="square" tIns="34275">
            <a:normAutofit/>
          </a:bodyPr>
          <a:lstStyle>
            <a:lvl1pPr indent="-323850" lvl="0" marL="457200" marR="0" rtl="0" algn="l">
              <a:lnSpc>
                <a:spcPct val="100000"/>
              </a:lnSpc>
              <a:spcBef>
                <a:spcPts val="600"/>
              </a:spcBef>
              <a:spcAft>
                <a:spcPts val="0"/>
              </a:spcAft>
              <a:buClr>
                <a:schemeClr val="dk1"/>
              </a:buClr>
              <a:buSzPts val="1500"/>
              <a:buFont typeface="Noto Sans Symbols"/>
              <a:buChar char="▪"/>
              <a:defRPr b="0" i="0" sz="1800" u="none" cap="none" strike="noStrike">
                <a:solidFill>
                  <a:schemeClr val="dk1"/>
                </a:solidFill>
                <a:latin typeface="Georgia"/>
                <a:ea typeface="Georgia"/>
                <a:cs typeface="Georgia"/>
                <a:sym typeface="Georgia"/>
              </a:defRPr>
            </a:lvl1pPr>
            <a:lvl2pPr indent="-311150" lvl="1" marL="914400" marR="0" rtl="0" algn="l">
              <a:lnSpc>
                <a:spcPct val="100000"/>
              </a:lnSpc>
              <a:spcBef>
                <a:spcPts val="600"/>
              </a:spcBef>
              <a:spcAft>
                <a:spcPts val="0"/>
              </a:spcAft>
              <a:buClr>
                <a:schemeClr val="dk1"/>
              </a:buClr>
              <a:buSzPts val="1300"/>
              <a:buFont typeface="Noto Sans Symbols"/>
              <a:buChar char="▪"/>
              <a:defRPr b="0" i="0" sz="1500" u="none" cap="none" strike="noStrike">
                <a:solidFill>
                  <a:schemeClr val="dk1"/>
                </a:solidFill>
                <a:latin typeface="Georgia"/>
                <a:ea typeface="Georgia"/>
                <a:cs typeface="Georgia"/>
                <a:sym typeface="Georgia"/>
              </a:defRPr>
            </a:lvl2pPr>
            <a:lvl3pPr indent="-298450" lvl="2" marL="1371600" marR="0" rtl="0" algn="l">
              <a:lnSpc>
                <a:spcPct val="100000"/>
              </a:lnSpc>
              <a:spcBef>
                <a:spcPts val="600"/>
              </a:spcBef>
              <a:spcAft>
                <a:spcPts val="0"/>
              </a:spcAft>
              <a:buClr>
                <a:schemeClr val="dk1"/>
              </a:buClr>
              <a:buSzPts val="1100"/>
              <a:buFont typeface="Noto Sans Symbols"/>
              <a:buChar char="▪"/>
              <a:defRPr b="0" i="0" sz="1400" u="none" cap="none" strike="noStrike">
                <a:solidFill>
                  <a:schemeClr val="dk1"/>
                </a:solidFill>
                <a:latin typeface="Georgia"/>
                <a:ea typeface="Georgia"/>
                <a:cs typeface="Georgia"/>
                <a:sym typeface="Georgia"/>
              </a:defRPr>
            </a:lvl3pPr>
            <a:lvl4pPr indent="-292100" lvl="3" marL="1828800" marR="0" rtl="0" algn="l">
              <a:lnSpc>
                <a:spcPct val="100000"/>
              </a:lnSpc>
              <a:spcBef>
                <a:spcPts val="600"/>
              </a:spcBef>
              <a:spcAft>
                <a:spcPts val="0"/>
              </a:spcAft>
              <a:buClr>
                <a:schemeClr val="dk1"/>
              </a:buClr>
              <a:buSzPts val="1000"/>
              <a:buFont typeface="Noto Sans Symbols"/>
              <a:buChar char="▪"/>
              <a:defRPr b="0" i="0" sz="1200" u="none" cap="none" strike="noStrike">
                <a:solidFill>
                  <a:schemeClr val="dk1"/>
                </a:solidFill>
                <a:latin typeface="Georgia"/>
                <a:ea typeface="Georgia"/>
                <a:cs typeface="Georgia"/>
                <a:sym typeface="Georgia"/>
              </a:defRPr>
            </a:lvl4pPr>
            <a:lvl5pPr indent="-292100" lvl="4" marL="2286000" marR="0" rtl="0" algn="l">
              <a:lnSpc>
                <a:spcPct val="100000"/>
              </a:lnSpc>
              <a:spcBef>
                <a:spcPts val="600"/>
              </a:spcBef>
              <a:spcAft>
                <a:spcPts val="0"/>
              </a:spcAft>
              <a:buClr>
                <a:schemeClr val="dk1"/>
              </a:buClr>
              <a:buSzPts val="1000"/>
              <a:buFont typeface="Noto Sans Symbols"/>
              <a:buChar char="▪"/>
              <a:defRPr b="0" i="0" sz="1200" u="none" cap="none" strike="noStrike">
                <a:solidFill>
                  <a:schemeClr val="dk1"/>
                </a:solidFill>
                <a:latin typeface="Georgia"/>
                <a:ea typeface="Georgia"/>
                <a:cs typeface="Georgia"/>
                <a:sym typeface="Georgia"/>
              </a:defRPr>
            </a:lvl5pPr>
            <a:lvl6pPr indent="-317500" lvl="5" marL="27432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Georgia"/>
                <a:ea typeface="Georgia"/>
                <a:cs typeface="Georgia"/>
                <a:sym typeface="Georgia"/>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eorgia"/>
                <a:ea typeface="Georgia"/>
                <a:cs typeface="Georgia"/>
                <a:sym typeface="Georgia"/>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eorgia"/>
                <a:ea typeface="Georgia"/>
                <a:cs typeface="Georgia"/>
                <a:sym typeface="Georgia"/>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eorgia"/>
                <a:ea typeface="Georgia"/>
                <a:cs typeface="Georgia"/>
                <a:sym typeface="Georgia"/>
              </a:defRPr>
            </a:lvl9pPr>
          </a:lstStyle>
          <a:p/>
        </p:txBody>
      </p:sp>
      <p:sp>
        <p:nvSpPr>
          <p:cNvPr id="53" name="Google Shape;53;p13"/>
          <p:cNvSpPr txBox="1"/>
          <p:nvPr>
            <p:ph idx="10" type="dt"/>
          </p:nvPr>
        </p:nvSpPr>
        <p:spPr>
          <a:xfrm>
            <a:off x="5653511" y="4751482"/>
            <a:ext cx="885835" cy="187753"/>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800" u="none" cap="none" strike="noStrike">
                <a:solidFill>
                  <a:schemeClr val="dk1"/>
                </a:solidFill>
                <a:latin typeface="Verdana"/>
                <a:ea typeface="Verdana"/>
                <a:cs typeface="Verdana"/>
                <a:sym typeface="Verdana"/>
              </a:defRPr>
            </a:lvl1pPr>
            <a:lvl2pPr lvl="1"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2pPr>
            <a:lvl3pPr lvl="2"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3pPr>
            <a:lvl4pPr lvl="3"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4pPr>
            <a:lvl5pPr lvl="4"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5pPr>
            <a:lvl6pPr lvl="5"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6pPr>
            <a:lvl7pPr lvl="6"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7pPr>
            <a:lvl8pPr lvl="7"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8pPr>
            <a:lvl9pPr lvl="8"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9pPr>
          </a:lstStyle>
          <a:p/>
        </p:txBody>
      </p:sp>
      <p:sp>
        <p:nvSpPr>
          <p:cNvPr id="54" name="Google Shape;54;p13"/>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800" u="none" cap="none" strike="noStrike">
                <a:solidFill>
                  <a:schemeClr val="dk1"/>
                </a:solidFill>
                <a:latin typeface="Verdana"/>
                <a:ea typeface="Verdana"/>
                <a:cs typeface="Verdana"/>
                <a:sym typeface="Verdana"/>
              </a:defRPr>
            </a:lvl1pPr>
            <a:lvl2pPr lvl="1"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2pPr>
            <a:lvl3pPr lvl="2"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3pPr>
            <a:lvl4pPr lvl="3"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4pPr>
            <a:lvl5pPr lvl="4"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5pPr>
            <a:lvl6pPr lvl="5"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6pPr>
            <a:lvl7pPr lvl="6"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7pPr>
            <a:lvl8pPr lvl="7"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8pPr>
            <a:lvl9pPr lvl="8"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9pPr>
          </a:lstStyle>
          <a:p/>
        </p:txBody>
      </p:sp>
      <p:sp>
        <p:nvSpPr>
          <p:cNvPr id="55" name="Google Shape;55;p13"/>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lvl1pPr indent="0" lvl="0" marL="0" marR="0" rtl="0" algn="ctr">
              <a:spcBef>
                <a:spcPts val="0"/>
              </a:spcBef>
              <a:buNone/>
              <a:defRPr b="0" i="0" sz="800" u="none" cap="none" strike="noStrike">
                <a:solidFill>
                  <a:schemeClr val="dk1"/>
                </a:solidFill>
                <a:latin typeface="Verdana"/>
                <a:ea typeface="Verdana"/>
                <a:cs typeface="Verdana"/>
                <a:sym typeface="Verdana"/>
              </a:defRPr>
            </a:lvl1pPr>
            <a:lvl2pPr indent="0" lvl="1" marL="0" marR="0" rtl="0" algn="ctr">
              <a:spcBef>
                <a:spcPts val="0"/>
              </a:spcBef>
              <a:buNone/>
              <a:defRPr b="0" i="0" sz="800" u="none" cap="none" strike="noStrike">
                <a:solidFill>
                  <a:schemeClr val="dk1"/>
                </a:solidFill>
                <a:latin typeface="Verdana"/>
                <a:ea typeface="Verdana"/>
                <a:cs typeface="Verdana"/>
                <a:sym typeface="Verdana"/>
              </a:defRPr>
            </a:lvl2pPr>
            <a:lvl3pPr indent="0" lvl="2" marL="0" marR="0" rtl="0" algn="ctr">
              <a:spcBef>
                <a:spcPts val="0"/>
              </a:spcBef>
              <a:buNone/>
              <a:defRPr b="0" i="0" sz="800" u="none" cap="none" strike="noStrike">
                <a:solidFill>
                  <a:schemeClr val="dk1"/>
                </a:solidFill>
                <a:latin typeface="Verdana"/>
                <a:ea typeface="Verdana"/>
                <a:cs typeface="Verdana"/>
                <a:sym typeface="Verdana"/>
              </a:defRPr>
            </a:lvl3pPr>
            <a:lvl4pPr indent="0" lvl="3" marL="0" marR="0" rtl="0" algn="ctr">
              <a:spcBef>
                <a:spcPts val="0"/>
              </a:spcBef>
              <a:buNone/>
              <a:defRPr b="0" i="0" sz="800" u="none" cap="none" strike="noStrike">
                <a:solidFill>
                  <a:schemeClr val="dk1"/>
                </a:solidFill>
                <a:latin typeface="Verdana"/>
                <a:ea typeface="Verdana"/>
                <a:cs typeface="Verdana"/>
                <a:sym typeface="Verdana"/>
              </a:defRPr>
            </a:lvl4pPr>
            <a:lvl5pPr indent="0" lvl="4" marL="0" marR="0" rtl="0" algn="ctr">
              <a:spcBef>
                <a:spcPts val="0"/>
              </a:spcBef>
              <a:buNone/>
              <a:defRPr b="0" i="0" sz="800" u="none" cap="none" strike="noStrike">
                <a:solidFill>
                  <a:schemeClr val="dk1"/>
                </a:solidFill>
                <a:latin typeface="Verdana"/>
                <a:ea typeface="Verdana"/>
                <a:cs typeface="Verdana"/>
                <a:sym typeface="Verdana"/>
              </a:defRPr>
            </a:lvl5pPr>
            <a:lvl6pPr indent="0" lvl="5" marL="0" marR="0" rtl="0" algn="ctr">
              <a:spcBef>
                <a:spcPts val="0"/>
              </a:spcBef>
              <a:buNone/>
              <a:defRPr b="0" i="0" sz="800" u="none" cap="none" strike="noStrike">
                <a:solidFill>
                  <a:schemeClr val="dk1"/>
                </a:solidFill>
                <a:latin typeface="Verdana"/>
                <a:ea typeface="Verdana"/>
                <a:cs typeface="Verdana"/>
                <a:sym typeface="Verdana"/>
              </a:defRPr>
            </a:lvl6pPr>
            <a:lvl7pPr indent="0" lvl="6" marL="0" marR="0" rtl="0" algn="ctr">
              <a:spcBef>
                <a:spcPts val="0"/>
              </a:spcBef>
              <a:buNone/>
              <a:defRPr b="0" i="0" sz="800" u="none" cap="none" strike="noStrike">
                <a:solidFill>
                  <a:schemeClr val="dk1"/>
                </a:solidFill>
                <a:latin typeface="Verdana"/>
                <a:ea typeface="Verdana"/>
                <a:cs typeface="Verdana"/>
                <a:sym typeface="Verdana"/>
              </a:defRPr>
            </a:lvl7pPr>
            <a:lvl8pPr indent="0" lvl="7" marL="0" marR="0" rtl="0" algn="ctr">
              <a:spcBef>
                <a:spcPts val="0"/>
              </a:spcBef>
              <a:buNone/>
              <a:defRPr b="0" i="0" sz="800" u="none" cap="none" strike="noStrike">
                <a:solidFill>
                  <a:schemeClr val="dk1"/>
                </a:solidFill>
                <a:latin typeface="Verdana"/>
                <a:ea typeface="Verdana"/>
                <a:cs typeface="Verdana"/>
                <a:sym typeface="Verdana"/>
              </a:defRPr>
            </a:lvl8pPr>
            <a:lvl9pPr indent="0" lvl="8" marL="0" marR="0" rtl="0" algn="ctr">
              <a:spcBef>
                <a:spcPts val="0"/>
              </a:spcBef>
              <a:buNone/>
              <a:defRPr b="0" i="0" sz="800" u="none" cap="none" strike="noStrike">
                <a:solidFill>
                  <a:schemeClr val="dk1"/>
                </a:solidFill>
                <a:latin typeface="Verdana"/>
                <a:ea typeface="Verdana"/>
                <a:cs typeface="Verdana"/>
                <a:sym typeface="Verdana"/>
              </a:defRPr>
            </a:lvl9pPr>
          </a:lstStyle>
          <a:p>
            <a:pPr indent="0" lvl="0" marL="0" rtl="0" algn="ctr">
              <a:spcBef>
                <a:spcPts val="0"/>
              </a:spcBef>
              <a:spcAft>
                <a:spcPts val="0"/>
              </a:spcAft>
              <a:buNone/>
            </a:pPr>
            <a:r>
              <a:rPr lang="zh-CN"/>
              <a:t>PAGE  </a:t>
            </a:r>
            <a:fld id="{00000000-1234-1234-1234-123412341234}" type="slidenum">
              <a:rPr lang="zh-CN"/>
              <a:t>‹#›</a:t>
            </a:fld>
            <a:endParaRPr/>
          </a:p>
        </p:txBody>
      </p:sp>
      <p:grpSp>
        <p:nvGrpSpPr>
          <p:cNvPr id="56" name="Google Shape;56;p13"/>
          <p:cNvGrpSpPr/>
          <p:nvPr/>
        </p:nvGrpSpPr>
        <p:grpSpPr>
          <a:xfrm>
            <a:off x="0" y="0"/>
            <a:ext cx="9144000" cy="297873"/>
            <a:chOff x="421830" y="1342659"/>
            <a:chExt cx="10018760" cy="290558"/>
          </a:xfrm>
        </p:grpSpPr>
        <p:sp>
          <p:nvSpPr>
            <p:cNvPr id="57" name="Google Shape;57;p13"/>
            <p:cNvSpPr/>
            <p:nvPr/>
          </p:nvSpPr>
          <p:spPr>
            <a:xfrm>
              <a:off x="421831" y="1487938"/>
              <a:ext cx="2532791" cy="145279"/>
            </a:xfrm>
            <a:prstGeom prst="rect">
              <a:avLst/>
            </a:prstGeom>
            <a:solidFill>
              <a:srgbClr val="F2EDA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58" name="Google Shape;58;p13"/>
            <p:cNvSpPr/>
            <p:nvPr/>
          </p:nvSpPr>
          <p:spPr>
            <a:xfrm>
              <a:off x="2928836" y="1487938"/>
              <a:ext cx="2503918" cy="145279"/>
            </a:xfrm>
            <a:prstGeom prst="rect">
              <a:avLst/>
            </a:prstGeom>
            <a:solidFill>
              <a:srgbClr val="FAE1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59" name="Google Shape;59;p13"/>
            <p:cNvSpPr/>
            <p:nvPr/>
          </p:nvSpPr>
          <p:spPr>
            <a:xfrm>
              <a:off x="5432754" y="1487938"/>
              <a:ext cx="2503918" cy="145279"/>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60" name="Google Shape;60;p13"/>
            <p:cNvSpPr/>
            <p:nvPr/>
          </p:nvSpPr>
          <p:spPr>
            <a:xfrm>
              <a:off x="7936672" y="1487938"/>
              <a:ext cx="2503918" cy="145279"/>
            </a:xfrm>
            <a:prstGeom prst="rect">
              <a:avLst/>
            </a:prstGeom>
            <a:solidFill>
              <a:srgbClr val="EBAB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61" name="Google Shape;61;p13"/>
            <p:cNvSpPr/>
            <p:nvPr/>
          </p:nvSpPr>
          <p:spPr>
            <a:xfrm>
              <a:off x="421830" y="1342659"/>
              <a:ext cx="10018759" cy="145279"/>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grpSp>
      <p:pic>
        <p:nvPicPr>
          <p:cNvPr descr="University of Waterloo logo" id="62" name="Google Shape;62;p13"/>
          <p:cNvPicPr preferRelativeResize="0"/>
          <p:nvPr/>
        </p:nvPicPr>
        <p:blipFill rotWithShape="1">
          <a:blip r:embed="rId1">
            <a:alphaModFix/>
          </a:blip>
          <a:srcRect b="0" l="0" r="0" t="0"/>
          <a:stretch/>
        </p:blipFill>
        <p:spPr>
          <a:xfrm>
            <a:off x="7082075" y="4401523"/>
            <a:ext cx="2061925" cy="81413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27.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29.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25.png"/><Relationship Id="rId5" Type="http://schemas.openxmlformats.org/officeDocument/2006/relationships/image" Target="../media/image22.png"/><Relationship Id="rId6"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7"/>
          <p:cNvSpPr txBox="1"/>
          <p:nvPr>
            <p:ph type="ctrTitle"/>
          </p:nvPr>
        </p:nvSpPr>
        <p:spPr>
          <a:xfrm>
            <a:off x="339555" y="771705"/>
            <a:ext cx="7289970" cy="1105586"/>
          </a:xfrm>
          <a:prstGeom prst="rect">
            <a:avLst/>
          </a:prstGeom>
          <a:noFill/>
          <a:ln>
            <a:noFill/>
          </a:ln>
        </p:spPr>
        <p:txBody>
          <a:bodyPr anchorCtr="0" anchor="b" bIns="34275" lIns="0" spcFirstLastPara="1" rIns="68575" wrap="square" tIns="34275">
            <a:noAutofit/>
          </a:bodyPr>
          <a:lstStyle/>
          <a:p>
            <a:pPr indent="0" lvl="0" marL="0" rtl="0" algn="l">
              <a:lnSpc>
                <a:spcPct val="85000"/>
              </a:lnSpc>
              <a:spcBef>
                <a:spcPts val="0"/>
              </a:spcBef>
              <a:spcAft>
                <a:spcPts val="0"/>
              </a:spcAft>
              <a:buClr>
                <a:schemeClr val="dk1"/>
              </a:buClr>
              <a:buSzPts val="4100"/>
              <a:buFont typeface="Barlow Condensed"/>
              <a:buNone/>
            </a:pPr>
            <a:r>
              <a:rPr lang="zh-CN"/>
              <a:t>MTL for Cross Asset Price Prediction</a:t>
            </a:r>
            <a:endParaRPr/>
          </a:p>
        </p:txBody>
      </p:sp>
      <p:sp>
        <p:nvSpPr>
          <p:cNvPr id="326" name="Google Shape;326;p37"/>
          <p:cNvSpPr txBox="1"/>
          <p:nvPr>
            <p:ph idx="1" type="subTitle"/>
          </p:nvPr>
        </p:nvSpPr>
        <p:spPr>
          <a:xfrm>
            <a:off x="339555" y="3200116"/>
            <a:ext cx="4114682" cy="625926"/>
          </a:xfrm>
          <a:prstGeom prst="rect">
            <a:avLst/>
          </a:prstGeom>
          <a:noFill/>
          <a:ln>
            <a:noFill/>
          </a:ln>
        </p:spPr>
        <p:txBody>
          <a:bodyPr anchorCtr="0" anchor="t" bIns="34275" lIns="0" spcFirstLastPara="1" rIns="68575" wrap="square" tIns="34275">
            <a:noAutofit/>
          </a:bodyPr>
          <a:lstStyle/>
          <a:p>
            <a:pPr indent="0" lvl="0" marL="0" rtl="0" algn="l">
              <a:spcBef>
                <a:spcPts val="0"/>
              </a:spcBef>
              <a:spcAft>
                <a:spcPts val="0"/>
              </a:spcAft>
              <a:buClr>
                <a:schemeClr val="dk1"/>
              </a:buClr>
              <a:buSzPts val="1000"/>
              <a:buFont typeface="Arial"/>
              <a:buNone/>
            </a:pPr>
            <a:r>
              <a:rPr lang="zh-CN"/>
              <a:t>Mentee: Gabrielle Wu, Violet Song, Xinyi Nie</a:t>
            </a:r>
            <a:endParaRPr/>
          </a:p>
          <a:p>
            <a:pPr indent="0" lvl="0" marL="0" rtl="0" algn="l">
              <a:spcBef>
                <a:spcPts val="0"/>
              </a:spcBef>
              <a:spcAft>
                <a:spcPts val="0"/>
              </a:spcAft>
              <a:buClr>
                <a:schemeClr val="dk1"/>
              </a:buClr>
              <a:buSzPts val="1000"/>
              <a:buFont typeface="Arial"/>
              <a:buNone/>
            </a:pPr>
            <a:r>
              <a:rPr lang="zh-CN"/>
              <a:t>Mentor: Hao Quan</a:t>
            </a:r>
            <a:endParaRPr/>
          </a:p>
          <a:p>
            <a:pPr indent="0" lvl="0" marL="0" rtl="0" algn="l">
              <a:lnSpc>
                <a:spcPct val="100000"/>
              </a:lnSpc>
              <a:spcBef>
                <a:spcPts val="0"/>
              </a:spcBef>
              <a:spcAft>
                <a:spcPts val="0"/>
              </a:spcAft>
              <a:buSzPts val="1000"/>
              <a:buNone/>
            </a:pPr>
            <a:r>
              <a:t/>
            </a:r>
            <a:endParaRPr/>
          </a:p>
        </p:txBody>
      </p:sp>
      <p:sp>
        <p:nvSpPr>
          <p:cNvPr id="327" name="Google Shape;327;p37"/>
          <p:cNvSpPr txBox="1"/>
          <p:nvPr>
            <p:ph idx="10" type="dt"/>
          </p:nvPr>
        </p:nvSpPr>
        <p:spPr>
          <a:xfrm>
            <a:off x="339555" y="1981747"/>
            <a:ext cx="887187" cy="283472"/>
          </a:xfrm>
          <a:prstGeom prst="rect">
            <a:avLst/>
          </a:prstGeom>
          <a:solidFill>
            <a:srgbClr val="FED34C"/>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zh-CN"/>
              <a:t>12/10/25</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8"/>
          <p:cNvSpPr txBox="1"/>
          <p:nvPr>
            <p:ph type="title"/>
          </p:nvPr>
        </p:nvSpPr>
        <p:spPr>
          <a:xfrm>
            <a:off x="340201" y="325580"/>
            <a:ext cx="8545200" cy="820800"/>
          </a:xfrm>
          <a:prstGeom prst="rect">
            <a:avLst/>
          </a:prstGeom>
          <a:noFill/>
          <a:ln>
            <a:noFill/>
          </a:ln>
        </p:spPr>
        <p:txBody>
          <a:bodyPr anchorCtr="0" anchor="ctr" bIns="34275" lIns="68575" spcFirstLastPara="1" rIns="68575" wrap="square" tIns="34275">
            <a:normAutofit/>
          </a:bodyPr>
          <a:lstStyle/>
          <a:p>
            <a:pPr indent="0" lvl="0" marL="0" rtl="0" algn="l">
              <a:lnSpc>
                <a:spcPct val="85000"/>
              </a:lnSpc>
              <a:spcBef>
                <a:spcPts val="0"/>
              </a:spcBef>
              <a:spcAft>
                <a:spcPts val="0"/>
              </a:spcAft>
              <a:buClr>
                <a:schemeClr val="dk1"/>
              </a:buClr>
              <a:buSzPts val="3300"/>
              <a:buFont typeface="Barlow Condensed Medium"/>
              <a:buNone/>
            </a:pPr>
            <a:r>
              <a:rPr lang="zh-CN"/>
              <a:t>Outline</a:t>
            </a:r>
            <a:endParaRPr/>
          </a:p>
        </p:txBody>
      </p:sp>
      <p:sp>
        <p:nvSpPr>
          <p:cNvPr id="333" name="Google Shape;333;p38"/>
          <p:cNvSpPr txBox="1"/>
          <p:nvPr/>
        </p:nvSpPr>
        <p:spPr>
          <a:xfrm>
            <a:off x="704950" y="1571250"/>
            <a:ext cx="931500" cy="100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zh-CN" sz="6500">
                <a:solidFill>
                  <a:srgbClr val="757575"/>
                </a:solidFill>
                <a:latin typeface="Barlow Condensed Medium"/>
                <a:ea typeface="Barlow Condensed Medium"/>
                <a:cs typeface="Barlow Condensed Medium"/>
                <a:sym typeface="Barlow Condensed Medium"/>
              </a:rPr>
              <a:t>#1</a:t>
            </a:r>
            <a:endParaRPr/>
          </a:p>
        </p:txBody>
      </p:sp>
      <p:sp>
        <p:nvSpPr>
          <p:cNvPr id="334" name="Google Shape;334;p38"/>
          <p:cNvSpPr txBox="1"/>
          <p:nvPr/>
        </p:nvSpPr>
        <p:spPr>
          <a:xfrm>
            <a:off x="2944800" y="1571250"/>
            <a:ext cx="931500" cy="100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zh-CN" sz="6500">
                <a:solidFill>
                  <a:srgbClr val="757575"/>
                </a:solidFill>
                <a:latin typeface="Barlow Condensed Medium"/>
                <a:ea typeface="Barlow Condensed Medium"/>
                <a:cs typeface="Barlow Condensed Medium"/>
                <a:sym typeface="Barlow Condensed Medium"/>
              </a:rPr>
              <a:t>#2</a:t>
            </a:r>
            <a:endParaRPr/>
          </a:p>
        </p:txBody>
      </p:sp>
      <p:sp>
        <p:nvSpPr>
          <p:cNvPr id="335" name="Google Shape;335;p38"/>
          <p:cNvSpPr txBox="1"/>
          <p:nvPr/>
        </p:nvSpPr>
        <p:spPr>
          <a:xfrm>
            <a:off x="5242026" y="1571250"/>
            <a:ext cx="931500" cy="100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zh-CN" sz="6500">
                <a:solidFill>
                  <a:srgbClr val="757575"/>
                </a:solidFill>
                <a:latin typeface="Barlow Condensed Medium"/>
                <a:ea typeface="Barlow Condensed Medium"/>
                <a:cs typeface="Barlow Condensed Medium"/>
                <a:sym typeface="Barlow Condensed Medium"/>
              </a:rPr>
              <a:t>#3</a:t>
            </a:r>
            <a:endParaRPr/>
          </a:p>
        </p:txBody>
      </p:sp>
      <p:sp>
        <p:nvSpPr>
          <p:cNvPr id="336" name="Google Shape;336;p38"/>
          <p:cNvSpPr txBox="1"/>
          <p:nvPr/>
        </p:nvSpPr>
        <p:spPr>
          <a:xfrm>
            <a:off x="7521003" y="1571250"/>
            <a:ext cx="931500" cy="100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zh-CN" sz="6500">
                <a:solidFill>
                  <a:srgbClr val="757575"/>
                </a:solidFill>
                <a:latin typeface="Barlow Condensed Medium"/>
                <a:ea typeface="Barlow Condensed Medium"/>
                <a:cs typeface="Barlow Condensed Medium"/>
                <a:sym typeface="Barlow Condensed Medium"/>
              </a:rPr>
              <a:t>#4</a:t>
            </a:r>
            <a:endParaRPr/>
          </a:p>
        </p:txBody>
      </p:sp>
      <p:sp>
        <p:nvSpPr>
          <p:cNvPr id="337" name="Google Shape;337;p38"/>
          <p:cNvSpPr txBox="1"/>
          <p:nvPr/>
        </p:nvSpPr>
        <p:spPr>
          <a:xfrm>
            <a:off x="203197" y="2880701"/>
            <a:ext cx="1935000" cy="330000"/>
          </a:xfrm>
          <a:prstGeom prst="rect">
            <a:avLst/>
          </a:prstGeom>
          <a:solidFill>
            <a:srgbClr val="FFD54F"/>
          </a:solidFill>
          <a:ln>
            <a:noFill/>
          </a:ln>
        </p:spPr>
        <p:txBody>
          <a:bodyPr anchorCtr="0" anchor="t" bIns="72000" lIns="91425" spcFirstLastPara="1" rIns="91425" wrap="square" tIns="72000">
            <a:spAutoFit/>
          </a:bodyPr>
          <a:lstStyle/>
          <a:p>
            <a:pPr indent="0" lvl="0" marL="0" marR="0" rtl="0" algn="ctr">
              <a:spcBef>
                <a:spcPts val="0"/>
              </a:spcBef>
              <a:spcAft>
                <a:spcPts val="0"/>
              </a:spcAft>
              <a:buNone/>
            </a:pPr>
            <a:r>
              <a:rPr b="1" lang="zh-CN" sz="1200">
                <a:latin typeface="Verdana"/>
                <a:ea typeface="Verdana"/>
                <a:cs typeface="Verdana"/>
                <a:sym typeface="Verdana"/>
              </a:rPr>
              <a:t>Project Motivation</a:t>
            </a:r>
            <a:endParaRPr/>
          </a:p>
        </p:txBody>
      </p:sp>
      <p:sp>
        <p:nvSpPr>
          <p:cNvPr id="338" name="Google Shape;338;p38"/>
          <p:cNvSpPr txBox="1"/>
          <p:nvPr/>
        </p:nvSpPr>
        <p:spPr>
          <a:xfrm>
            <a:off x="2443047" y="2880701"/>
            <a:ext cx="1935000" cy="330000"/>
          </a:xfrm>
          <a:prstGeom prst="rect">
            <a:avLst/>
          </a:prstGeom>
          <a:solidFill>
            <a:srgbClr val="FFD54F"/>
          </a:solidFill>
          <a:ln>
            <a:noFill/>
          </a:ln>
        </p:spPr>
        <p:txBody>
          <a:bodyPr anchorCtr="0" anchor="t" bIns="72000" lIns="91425" spcFirstLastPara="1" rIns="91425" wrap="square" tIns="72000">
            <a:spAutoFit/>
          </a:bodyPr>
          <a:lstStyle/>
          <a:p>
            <a:pPr indent="0" lvl="0" marL="0" marR="0" rtl="0" algn="ctr">
              <a:spcBef>
                <a:spcPts val="0"/>
              </a:spcBef>
              <a:spcAft>
                <a:spcPts val="0"/>
              </a:spcAft>
              <a:buNone/>
            </a:pPr>
            <a:r>
              <a:rPr b="1" lang="zh-CN" sz="1200">
                <a:latin typeface="Verdana"/>
                <a:ea typeface="Verdana"/>
                <a:cs typeface="Verdana"/>
                <a:sym typeface="Verdana"/>
              </a:rPr>
              <a:t>Method</a:t>
            </a:r>
            <a:endParaRPr/>
          </a:p>
        </p:txBody>
      </p:sp>
      <p:sp>
        <p:nvSpPr>
          <p:cNvPr id="339" name="Google Shape;339;p38"/>
          <p:cNvSpPr txBox="1"/>
          <p:nvPr/>
        </p:nvSpPr>
        <p:spPr>
          <a:xfrm>
            <a:off x="4740272" y="2880701"/>
            <a:ext cx="1935000" cy="330000"/>
          </a:xfrm>
          <a:prstGeom prst="rect">
            <a:avLst/>
          </a:prstGeom>
          <a:solidFill>
            <a:srgbClr val="FFD54F"/>
          </a:solidFill>
          <a:ln>
            <a:noFill/>
          </a:ln>
        </p:spPr>
        <p:txBody>
          <a:bodyPr anchorCtr="0" anchor="t" bIns="72000" lIns="91425" spcFirstLastPara="1" rIns="91425" wrap="square" tIns="72000">
            <a:spAutoFit/>
          </a:bodyPr>
          <a:lstStyle/>
          <a:p>
            <a:pPr indent="0" lvl="0" marL="0" marR="0" rtl="0" algn="ctr">
              <a:spcBef>
                <a:spcPts val="0"/>
              </a:spcBef>
              <a:spcAft>
                <a:spcPts val="0"/>
              </a:spcAft>
              <a:buNone/>
            </a:pPr>
            <a:r>
              <a:rPr b="1" lang="zh-CN" sz="1200">
                <a:latin typeface="Verdana"/>
                <a:ea typeface="Verdana"/>
                <a:cs typeface="Verdana"/>
                <a:sym typeface="Verdana"/>
              </a:rPr>
              <a:t>Data Processing</a:t>
            </a:r>
            <a:endParaRPr/>
          </a:p>
        </p:txBody>
      </p:sp>
      <p:sp>
        <p:nvSpPr>
          <p:cNvPr id="340" name="Google Shape;340;p38"/>
          <p:cNvSpPr txBox="1"/>
          <p:nvPr/>
        </p:nvSpPr>
        <p:spPr>
          <a:xfrm>
            <a:off x="7019247" y="2880701"/>
            <a:ext cx="1935000" cy="330000"/>
          </a:xfrm>
          <a:prstGeom prst="rect">
            <a:avLst/>
          </a:prstGeom>
          <a:solidFill>
            <a:srgbClr val="FFD54F"/>
          </a:solidFill>
          <a:ln>
            <a:noFill/>
          </a:ln>
        </p:spPr>
        <p:txBody>
          <a:bodyPr anchorCtr="0" anchor="t" bIns="72000" lIns="91425" spcFirstLastPara="1" rIns="91425" wrap="square" tIns="72000">
            <a:spAutoFit/>
          </a:bodyPr>
          <a:lstStyle/>
          <a:p>
            <a:pPr indent="0" lvl="0" marL="0" marR="0" rtl="0" algn="ctr">
              <a:spcBef>
                <a:spcPts val="0"/>
              </a:spcBef>
              <a:spcAft>
                <a:spcPts val="0"/>
              </a:spcAft>
              <a:buNone/>
            </a:pPr>
            <a:r>
              <a:rPr b="1" lang="zh-CN" sz="1200">
                <a:latin typeface="Verdana"/>
                <a:ea typeface="Verdana"/>
                <a:cs typeface="Verdana"/>
                <a:sym typeface="Verdana"/>
              </a:rPr>
              <a:t>Result &amp; Conclusion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9"/>
          <p:cNvSpPr txBox="1"/>
          <p:nvPr>
            <p:ph type="title"/>
          </p:nvPr>
        </p:nvSpPr>
        <p:spPr>
          <a:xfrm>
            <a:off x="194912" y="325581"/>
            <a:ext cx="8677200" cy="672000"/>
          </a:xfrm>
          <a:prstGeom prst="rect">
            <a:avLst/>
          </a:prstGeom>
          <a:noFill/>
          <a:ln>
            <a:noFill/>
          </a:ln>
        </p:spPr>
        <p:txBody>
          <a:bodyPr anchorCtr="0" anchor="ctr" bIns="34275" lIns="68575" spcFirstLastPara="1" rIns="68575" wrap="square" tIns="34275">
            <a:normAutofit/>
          </a:bodyPr>
          <a:lstStyle/>
          <a:p>
            <a:pPr indent="0" lvl="0" marL="0" rtl="0" algn="l">
              <a:lnSpc>
                <a:spcPct val="85000"/>
              </a:lnSpc>
              <a:spcBef>
                <a:spcPts val="0"/>
              </a:spcBef>
              <a:spcAft>
                <a:spcPts val="0"/>
              </a:spcAft>
              <a:buClr>
                <a:schemeClr val="dk1"/>
              </a:buClr>
              <a:buSzPts val="3000"/>
              <a:buFont typeface="Barlow Condensed"/>
              <a:buNone/>
            </a:pPr>
            <a:r>
              <a:rPr lang="zh-CN"/>
              <a:t>Project Motivation</a:t>
            </a:r>
            <a:endParaRPr/>
          </a:p>
        </p:txBody>
      </p:sp>
      <p:sp>
        <p:nvSpPr>
          <p:cNvPr id="346" name="Google Shape;346;p39"/>
          <p:cNvSpPr txBox="1"/>
          <p:nvPr>
            <p:ph idx="1" type="body"/>
          </p:nvPr>
        </p:nvSpPr>
        <p:spPr>
          <a:xfrm>
            <a:off x="194900" y="1059875"/>
            <a:ext cx="6194100" cy="3446400"/>
          </a:xfrm>
          <a:prstGeom prst="rect">
            <a:avLst/>
          </a:prstGeom>
          <a:noFill/>
          <a:ln>
            <a:noFill/>
          </a:ln>
        </p:spPr>
        <p:txBody>
          <a:bodyPr anchorCtr="0" anchor="t" bIns="34275" lIns="68575" spcFirstLastPara="1" rIns="68575" wrap="square" tIns="34275">
            <a:noAutofit/>
          </a:bodyPr>
          <a:lstStyle/>
          <a:p>
            <a:pPr indent="0" lvl="0" marL="0" rtl="0" algn="l">
              <a:spcBef>
                <a:spcPts val="1200"/>
              </a:spcBef>
              <a:spcAft>
                <a:spcPts val="0"/>
              </a:spcAft>
              <a:buClr>
                <a:schemeClr val="dk1"/>
              </a:buClr>
              <a:buSzPts val="1100"/>
              <a:buFont typeface="Arial"/>
              <a:buNone/>
            </a:pPr>
            <a:r>
              <a:rPr b="1" lang="zh-CN" sz="1400">
                <a:latin typeface="Arial"/>
                <a:ea typeface="Arial"/>
                <a:cs typeface="Arial"/>
                <a:sym typeface="Arial"/>
              </a:rPr>
              <a:t>The Reality:</a:t>
            </a:r>
            <a:r>
              <a:rPr lang="zh-CN" sz="1400">
                <a:latin typeface="Arial"/>
                <a:ea typeface="Arial"/>
                <a:cs typeface="Arial"/>
                <a:sym typeface="Arial"/>
              </a:rPr>
              <a:t> </a:t>
            </a:r>
            <a:br>
              <a:rPr lang="zh-CN" sz="1400">
                <a:latin typeface="Arial"/>
                <a:ea typeface="Arial"/>
                <a:cs typeface="Arial"/>
                <a:sym typeface="Arial"/>
              </a:rPr>
            </a:br>
            <a:r>
              <a:rPr lang="zh-CN" sz="1400">
                <a:latin typeface="Arial"/>
                <a:ea typeface="Arial"/>
                <a:cs typeface="Arial"/>
                <a:sym typeface="Arial"/>
              </a:rPr>
              <a:t>Asset prices (stocks, commodities) are interconnected, not isolated.</a:t>
            </a:r>
            <a:endParaRPr sz="14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zh-CN" sz="1400">
                <a:latin typeface="Arial"/>
                <a:ea typeface="Arial"/>
                <a:cs typeface="Arial"/>
                <a:sym typeface="Arial"/>
              </a:rPr>
              <a:t>The Problem:</a:t>
            </a:r>
            <a:r>
              <a:rPr lang="zh-CN" sz="1400">
                <a:latin typeface="Arial"/>
                <a:ea typeface="Arial"/>
                <a:cs typeface="Arial"/>
                <a:sym typeface="Arial"/>
              </a:rPr>
              <a:t> </a:t>
            </a:r>
            <a:br>
              <a:rPr lang="zh-CN" sz="1400">
                <a:latin typeface="Arial"/>
                <a:ea typeface="Arial"/>
                <a:cs typeface="Arial"/>
                <a:sym typeface="Arial"/>
              </a:rPr>
            </a:br>
            <a:r>
              <a:rPr lang="zh-CN" sz="1400">
                <a:latin typeface="Arial"/>
                <a:ea typeface="Arial"/>
                <a:cs typeface="Arial"/>
                <a:sym typeface="Arial"/>
              </a:rPr>
              <a:t>Traditional single-task forecasting treats each asset independently.</a:t>
            </a:r>
            <a:endParaRPr sz="14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zh-CN" sz="1400">
                <a:latin typeface="Arial"/>
                <a:ea typeface="Arial"/>
                <a:cs typeface="Arial"/>
                <a:sym typeface="Arial"/>
              </a:rPr>
              <a:t>Our Goal:</a:t>
            </a:r>
            <a:r>
              <a:rPr lang="zh-CN" sz="1400">
                <a:latin typeface="Arial"/>
                <a:ea typeface="Arial"/>
                <a:cs typeface="Arial"/>
                <a:sym typeface="Arial"/>
              </a:rPr>
              <a:t> </a:t>
            </a:r>
            <a:br>
              <a:rPr lang="zh-CN" sz="1400">
                <a:latin typeface="Arial"/>
                <a:ea typeface="Arial"/>
                <a:cs typeface="Arial"/>
                <a:sym typeface="Arial"/>
              </a:rPr>
            </a:br>
            <a:r>
              <a:rPr lang="zh-CN" sz="1400">
                <a:latin typeface="Arial"/>
                <a:ea typeface="Arial"/>
                <a:cs typeface="Arial"/>
                <a:sym typeface="Arial"/>
              </a:rPr>
              <a:t>Utilize Multitask Learning (MTL) to share information across assets.</a:t>
            </a:r>
            <a:endParaRPr sz="14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zh-CN" sz="1400">
                <a:latin typeface="Arial"/>
                <a:ea typeface="Arial"/>
                <a:cs typeface="Arial"/>
                <a:sym typeface="Arial"/>
              </a:rPr>
              <a:t>Objective:</a:t>
            </a:r>
            <a:r>
              <a:rPr lang="zh-CN" sz="1400">
                <a:latin typeface="Arial"/>
                <a:ea typeface="Arial"/>
                <a:cs typeface="Arial"/>
                <a:sym typeface="Arial"/>
              </a:rPr>
              <a:t> </a:t>
            </a:r>
            <a:br>
              <a:rPr lang="zh-CN" sz="1400">
                <a:latin typeface="Arial"/>
                <a:ea typeface="Arial"/>
                <a:cs typeface="Arial"/>
                <a:sym typeface="Arial"/>
              </a:rPr>
            </a:br>
            <a:r>
              <a:rPr lang="zh-CN" sz="1400">
                <a:latin typeface="Arial"/>
                <a:ea typeface="Arial"/>
                <a:cs typeface="Arial"/>
                <a:sym typeface="Arial"/>
              </a:rPr>
              <a:t>Improve prediction efficiency and accuracy compared to single-task models.</a:t>
            </a:r>
            <a:endParaRPr sz="1400">
              <a:latin typeface="Arial"/>
              <a:ea typeface="Arial"/>
              <a:cs typeface="Arial"/>
              <a:sym typeface="Arial"/>
            </a:endParaRPr>
          </a:p>
          <a:p>
            <a:pPr indent="0" lvl="0" marL="0" rtl="0" algn="l">
              <a:lnSpc>
                <a:spcPct val="100000"/>
              </a:lnSpc>
              <a:spcBef>
                <a:spcPts val="1200"/>
              </a:spcBef>
              <a:spcAft>
                <a:spcPts val="1200"/>
              </a:spcAft>
              <a:buNone/>
            </a:pPr>
            <a:r>
              <a:t/>
            </a:r>
            <a:endParaRPr b="1" sz="1400">
              <a:latin typeface="Arial"/>
              <a:ea typeface="Arial"/>
              <a:cs typeface="Arial"/>
              <a:sym typeface="Arial"/>
            </a:endParaRPr>
          </a:p>
        </p:txBody>
      </p:sp>
      <p:sp>
        <p:nvSpPr>
          <p:cNvPr id="347" name="Google Shape;347;p39"/>
          <p:cNvSpPr txBox="1"/>
          <p:nvPr>
            <p:ph idx="11" type="ftr"/>
          </p:nvPr>
        </p:nvSpPr>
        <p:spPr>
          <a:xfrm>
            <a:off x="194912" y="4751482"/>
            <a:ext cx="3919800" cy="187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zh-CN"/>
              <a:t>MTL for Cross Asset Price Prediction</a:t>
            </a:r>
            <a:endParaRPr/>
          </a:p>
        </p:txBody>
      </p:sp>
      <p:sp>
        <p:nvSpPr>
          <p:cNvPr id="348" name="Google Shape;348;p39"/>
          <p:cNvSpPr txBox="1"/>
          <p:nvPr>
            <p:ph idx="12" type="sldNum"/>
          </p:nvPr>
        </p:nvSpPr>
        <p:spPr>
          <a:xfrm>
            <a:off x="4191000" y="4751482"/>
            <a:ext cx="762000" cy="1878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zh-CN"/>
              <a:t>PAGE  </a:t>
            </a:r>
            <a:fld id="{00000000-1234-1234-1234-123412341234}" type="slidenum">
              <a:rPr lang="zh-CN"/>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0"/>
          <p:cNvSpPr txBox="1"/>
          <p:nvPr>
            <p:ph type="title"/>
          </p:nvPr>
        </p:nvSpPr>
        <p:spPr>
          <a:xfrm>
            <a:off x="194912" y="325581"/>
            <a:ext cx="8677200" cy="672000"/>
          </a:xfrm>
          <a:prstGeom prst="rect">
            <a:avLst/>
          </a:prstGeom>
          <a:noFill/>
          <a:ln>
            <a:noFill/>
          </a:ln>
        </p:spPr>
        <p:txBody>
          <a:bodyPr anchorCtr="0" anchor="ctr" bIns="34275" lIns="68575" spcFirstLastPara="1" rIns="68575" wrap="square" tIns="34275">
            <a:normAutofit/>
          </a:bodyPr>
          <a:lstStyle/>
          <a:p>
            <a:pPr indent="0" lvl="0" marL="0" rtl="0" algn="l">
              <a:lnSpc>
                <a:spcPct val="115000"/>
              </a:lnSpc>
              <a:spcBef>
                <a:spcPts val="0"/>
              </a:spcBef>
              <a:spcAft>
                <a:spcPts val="0"/>
              </a:spcAft>
              <a:buClr>
                <a:schemeClr val="dk1"/>
              </a:buClr>
              <a:buSzPts val="1100"/>
              <a:buFont typeface="Arial"/>
              <a:buNone/>
            </a:pPr>
            <a:r>
              <a:rPr b="0" lang="zh-CN" sz="1050">
                <a:solidFill>
                  <a:srgbClr val="FFFFFF"/>
                </a:solidFill>
                <a:latin typeface="Arial"/>
                <a:ea typeface="Arial"/>
                <a:cs typeface="Arial"/>
                <a:sym typeface="Arial"/>
              </a:rPr>
              <a:t>Methodology</a:t>
            </a:r>
            <a:endParaRPr b="0" sz="1050">
              <a:solidFill>
                <a:srgbClr val="FFFFFF"/>
              </a:solidFill>
              <a:latin typeface="Arial"/>
              <a:ea typeface="Arial"/>
              <a:cs typeface="Arial"/>
              <a:sym typeface="Arial"/>
            </a:endParaRPr>
          </a:p>
          <a:p>
            <a:pPr indent="0" lvl="0" marL="0" rtl="0" algn="l">
              <a:lnSpc>
                <a:spcPct val="85000"/>
              </a:lnSpc>
              <a:spcBef>
                <a:spcPts val="0"/>
              </a:spcBef>
              <a:spcAft>
                <a:spcPts val="0"/>
              </a:spcAft>
              <a:buClr>
                <a:schemeClr val="dk1"/>
              </a:buClr>
              <a:buSzPts val="3000"/>
              <a:buFont typeface="Barlow Condensed"/>
              <a:buNone/>
            </a:pPr>
            <a:r>
              <a:rPr lang="zh-CN"/>
              <a:t>Methodology</a:t>
            </a:r>
            <a:endParaRPr/>
          </a:p>
        </p:txBody>
      </p:sp>
      <p:sp>
        <p:nvSpPr>
          <p:cNvPr id="354" name="Google Shape;354;p40"/>
          <p:cNvSpPr txBox="1"/>
          <p:nvPr>
            <p:ph idx="1" type="body"/>
          </p:nvPr>
        </p:nvSpPr>
        <p:spPr>
          <a:xfrm>
            <a:off x="194900" y="1059875"/>
            <a:ext cx="5677200" cy="34464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1200"/>
              </a:spcBef>
              <a:spcAft>
                <a:spcPts val="0"/>
              </a:spcAft>
              <a:buNone/>
            </a:pPr>
            <a:r>
              <a:rPr b="1" lang="zh-CN" sz="1400">
                <a:latin typeface="Arial"/>
                <a:ea typeface="Arial"/>
                <a:cs typeface="Arial"/>
                <a:sym typeface="Arial"/>
              </a:rPr>
              <a:t>Baseline Models:</a:t>
            </a:r>
            <a:endParaRPr b="1" sz="1400">
              <a:latin typeface="Arial"/>
              <a:ea typeface="Arial"/>
              <a:cs typeface="Arial"/>
              <a:sym typeface="Arial"/>
            </a:endParaRPr>
          </a:p>
          <a:p>
            <a:pPr indent="-317500" lvl="0" marL="457200" rtl="0" algn="l">
              <a:lnSpc>
                <a:spcPct val="150000"/>
              </a:lnSpc>
              <a:spcBef>
                <a:spcPts val="1200"/>
              </a:spcBef>
              <a:spcAft>
                <a:spcPts val="0"/>
              </a:spcAft>
              <a:buSzPts val="1400"/>
              <a:buFont typeface="Arial"/>
              <a:buChar char="▪"/>
            </a:pPr>
            <a:r>
              <a:rPr lang="zh-CN" sz="1400">
                <a:latin typeface="Arial"/>
                <a:ea typeface="Arial"/>
                <a:cs typeface="Arial"/>
                <a:sym typeface="Arial"/>
              </a:rPr>
              <a:t>Linear Regression</a:t>
            </a:r>
            <a:endParaRPr sz="1400">
              <a:latin typeface="Arial"/>
              <a:ea typeface="Arial"/>
              <a:cs typeface="Arial"/>
              <a:sym typeface="Arial"/>
            </a:endParaRPr>
          </a:p>
          <a:p>
            <a:pPr indent="-317500" lvl="0" marL="457200" rtl="0" algn="l">
              <a:lnSpc>
                <a:spcPct val="150000"/>
              </a:lnSpc>
              <a:spcBef>
                <a:spcPts val="0"/>
              </a:spcBef>
              <a:spcAft>
                <a:spcPts val="0"/>
              </a:spcAft>
              <a:buSzPts val="1400"/>
              <a:buFont typeface="Arial"/>
              <a:buChar char="▪"/>
            </a:pPr>
            <a:r>
              <a:rPr lang="zh-CN" sz="1400">
                <a:latin typeface="Arial"/>
                <a:ea typeface="Arial"/>
                <a:cs typeface="Arial"/>
                <a:sym typeface="Arial"/>
              </a:rPr>
              <a:t>FNN</a:t>
            </a:r>
            <a:endParaRPr sz="1400">
              <a:latin typeface="Arial"/>
              <a:ea typeface="Arial"/>
              <a:cs typeface="Arial"/>
              <a:sym typeface="Arial"/>
            </a:endParaRPr>
          </a:p>
          <a:p>
            <a:pPr indent="0" lvl="0" marL="0" rtl="0" algn="l">
              <a:lnSpc>
                <a:spcPct val="100000"/>
              </a:lnSpc>
              <a:spcBef>
                <a:spcPts val="1200"/>
              </a:spcBef>
              <a:spcAft>
                <a:spcPts val="0"/>
              </a:spcAft>
              <a:buNone/>
            </a:pPr>
            <a:r>
              <a:rPr b="1" lang="zh-CN" sz="1400">
                <a:latin typeface="Arial"/>
                <a:ea typeface="Arial"/>
                <a:cs typeface="Arial"/>
                <a:sym typeface="Arial"/>
              </a:rPr>
              <a:t>Multitask Learning Model</a:t>
            </a:r>
            <a:endParaRPr b="1" sz="1400">
              <a:latin typeface="Arial"/>
              <a:ea typeface="Arial"/>
              <a:cs typeface="Arial"/>
              <a:sym typeface="Arial"/>
            </a:endParaRPr>
          </a:p>
          <a:p>
            <a:pPr indent="-317500" lvl="0" marL="457200" rtl="0" algn="l">
              <a:lnSpc>
                <a:spcPct val="150000"/>
              </a:lnSpc>
              <a:spcBef>
                <a:spcPts val="1200"/>
              </a:spcBef>
              <a:spcAft>
                <a:spcPts val="0"/>
              </a:spcAft>
              <a:buSzPts val="1400"/>
              <a:buFont typeface="Arial"/>
              <a:buChar char="▪"/>
            </a:pPr>
            <a:r>
              <a:rPr lang="zh-CN" sz="1400">
                <a:latin typeface="Arial"/>
                <a:ea typeface="Arial"/>
                <a:cs typeface="Arial"/>
                <a:sym typeface="Arial"/>
              </a:rPr>
              <a:t>Shared representation layer learns cross-asset features</a:t>
            </a:r>
            <a:endParaRPr sz="1400">
              <a:latin typeface="Arial"/>
              <a:ea typeface="Arial"/>
              <a:cs typeface="Arial"/>
              <a:sym typeface="Arial"/>
            </a:endParaRPr>
          </a:p>
          <a:p>
            <a:pPr indent="-317500" lvl="0" marL="457200" rtl="0" algn="l">
              <a:lnSpc>
                <a:spcPct val="150000"/>
              </a:lnSpc>
              <a:spcBef>
                <a:spcPts val="0"/>
              </a:spcBef>
              <a:spcAft>
                <a:spcPts val="0"/>
              </a:spcAft>
              <a:buSzPts val="1400"/>
              <a:buFont typeface="Arial"/>
              <a:buChar char="▪"/>
            </a:pPr>
            <a:r>
              <a:rPr lang="zh-CN" sz="1400">
                <a:latin typeface="Arial"/>
                <a:ea typeface="Arial"/>
                <a:cs typeface="Arial"/>
                <a:sym typeface="Arial"/>
              </a:rPr>
              <a:t>Task-specific output heads predict each asset price separately</a:t>
            </a:r>
            <a:endParaRPr sz="1400">
              <a:latin typeface="Arial"/>
              <a:ea typeface="Arial"/>
              <a:cs typeface="Arial"/>
              <a:sym typeface="Arial"/>
            </a:endParaRPr>
          </a:p>
        </p:txBody>
      </p:sp>
      <p:sp>
        <p:nvSpPr>
          <p:cNvPr id="355" name="Google Shape;355;p40"/>
          <p:cNvSpPr txBox="1"/>
          <p:nvPr>
            <p:ph idx="11" type="ftr"/>
          </p:nvPr>
        </p:nvSpPr>
        <p:spPr>
          <a:xfrm>
            <a:off x="194912" y="4751482"/>
            <a:ext cx="3919800" cy="187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zh-CN"/>
              <a:t>MTL for Cross Asset Price Prediction</a:t>
            </a:r>
            <a:endParaRPr/>
          </a:p>
        </p:txBody>
      </p:sp>
      <p:sp>
        <p:nvSpPr>
          <p:cNvPr id="356" name="Google Shape;356;p40"/>
          <p:cNvSpPr txBox="1"/>
          <p:nvPr>
            <p:ph idx="12" type="sldNum"/>
          </p:nvPr>
        </p:nvSpPr>
        <p:spPr>
          <a:xfrm>
            <a:off x="4191000" y="4751482"/>
            <a:ext cx="762000" cy="1878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zh-CN"/>
              <a:t>PAGE  </a:t>
            </a:r>
            <a:fld id="{00000000-1234-1234-1234-123412341234}" type="slidenum">
              <a:rPr lang="zh-CN"/>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1"/>
          <p:cNvSpPr txBox="1"/>
          <p:nvPr>
            <p:ph type="title"/>
          </p:nvPr>
        </p:nvSpPr>
        <p:spPr>
          <a:xfrm>
            <a:off x="194912" y="325581"/>
            <a:ext cx="8677297" cy="671945"/>
          </a:xfrm>
          <a:prstGeom prst="rect">
            <a:avLst/>
          </a:prstGeom>
          <a:noFill/>
          <a:ln>
            <a:noFill/>
          </a:ln>
        </p:spPr>
        <p:txBody>
          <a:bodyPr anchorCtr="0" anchor="ctr" bIns="34275" lIns="68575" spcFirstLastPara="1" rIns="68575" wrap="square" tIns="34275">
            <a:normAutofit/>
          </a:bodyPr>
          <a:lstStyle/>
          <a:p>
            <a:pPr indent="0" lvl="0" marL="0" rtl="0" algn="l">
              <a:lnSpc>
                <a:spcPct val="85000"/>
              </a:lnSpc>
              <a:spcBef>
                <a:spcPts val="0"/>
              </a:spcBef>
              <a:spcAft>
                <a:spcPts val="0"/>
              </a:spcAft>
              <a:buClr>
                <a:schemeClr val="dk1"/>
              </a:buClr>
              <a:buSzPts val="3000"/>
              <a:buFont typeface="Barlow Condensed"/>
              <a:buNone/>
            </a:pPr>
            <a:r>
              <a:rPr lang="zh-CN"/>
              <a:t>Reading Material </a:t>
            </a:r>
            <a:endParaRPr/>
          </a:p>
        </p:txBody>
      </p:sp>
      <p:sp>
        <p:nvSpPr>
          <p:cNvPr id="362" name="Google Shape;362;p41"/>
          <p:cNvSpPr txBox="1"/>
          <p:nvPr>
            <p:ph idx="1" type="body"/>
          </p:nvPr>
        </p:nvSpPr>
        <p:spPr>
          <a:xfrm>
            <a:off x="194900" y="997525"/>
            <a:ext cx="5597700" cy="34464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1200"/>
              </a:spcBef>
              <a:spcAft>
                <a:spcPts val="0"/>
              </a:spcAft>
              <a:buClr>
                <a:schemeClr val="dk1"/>
              </a:buClr>
              <a:buSzPts val="1100"/>
              <a:buFont typeface="Arial"/>
              <a:buNone/>
            </a:pPr>
            <a:r>
              <a:rPr b="1" lang="zh-CN" sz="1300">
                <a:latin typeface="Arial"/>
                <a:ea typeface="Arial"/>
                <a:cs typeface="Arial"/>
                <a:sym typeface="Arial"/>
              </a:rPr>
              <a:t>1. Hands-on Machine Learning with Scikit-Learn, </a:t>
            </a:r>
            <a:br>
              <a:rPr b="1" lang="zh-CN" sz="1300">
                <a:latin typeface="Arial"/>
                <a:ea typeface="Arial"/>
                <a:cs typeface="Arial"/>
                <a:sym typeface="Arial"/>
              </a:rPr>
            </a:br>
            <a:r>
              <a:rPr b="1" lang="zh-CN" sz="1300">
                <a:latin typeface="Arial"/>
                <a:ea typeface="Arial"/>
                <a:cs typeface="Arial"/>
                <a:sym typeface="Arial"/>
              </a:rPr>
              <a:t>    Keras, and TensorFlow (Ch. 1–2) (Géron, 2022)</a:t>
            </a:r>
            <a:endParaRPr b="1" sz="1300">
              <a:latin typeface="Arial"/>
              <a:ea typeface="Arial"/>
              <a:cs typeface="Arial"/>
              <a:sym typeface="Arial"/>
            </a:endParaRPr>
          </a:p>
          <a:p>
            <a:pPr indent="-311150" lvl="0" marL="457200" rtl="0" algn="l">
              <a:lnSpc>
                <a:spcPct val="100000"/>
              </a:lnSpc>
              <a:spcBef>
                <a:spcPts val="1200"/>
              </a:spcBef>
              <a:spcAft>
                <a:spcPts val="0"/>
              </a:spcAft>
              <a:buSzPts val="1300"/>
              <a:buFont typeface="Arial"/>
              <a:buChar char="●"/>
            </a:pPr>
            <a:r>
              <a:rPr lang="zh-CN" sz="1300">
                <a:latin typeface="Arial"/>
                <a:ea typeface="Arial"/>
                <a:cs typeface="Arial"/>
                <a:sym typeface="Arial"/>
              </a:rPr>
              <a:t>The ML Landscape: Supervised vs. Unsupervised, </a:t>
            </a:r>
            <a:br>
              <a:rPr lang="zh-CN" sz="1300">
                <a:latin typeface="Arial"/>
                <a:ea typeface="Arial"/>
                <a:cs typeface="Arial"/>
                <a:sym typeface="Arial"/>
              </a:rPr>
            </a:br>
            <a:r>
              <a:rPr lang="zh-CN" sz="1300">
                <a:latin typeface="Arial"/>
                <a:ea typeface="Arial"/>
                <a:cs typeface="Arial"/>
                <a:sym typeface="Arial"/>
              </a:rPr>
              <a:t>Batch vs. Online.</a:t>
            </a:r>
            <a:br>
              <a:rPr lang="zh-CN" sz="1300">
                <a:latin typeface="Arial"/>
                <a:ea typeface="Arial"/>
                <a:cs typeface="Arial"/>
                <a:sym typeface="Arial"/>
              </a:rPr>
            </a:br>
            <a:endParaRPr sz="1300">
              <a:latin typeface="Arial"/>
              <a:ea typeface="Arial"/>
              <a:cs typeface="Arial"/>
              <a:sym typeface="Arial"/>
            </a:endParaRPr>
          </a:p>
          <a:p>
            <a:pPr indent="-311150" lvl="0" marL="457200" rtl="0" algn="l">
              <a:lnSpc>
                <a:spcPct val="100000"/>
              </a:lnSpc>
              <a:spcBef>
                <a:spcPts val="0"/>
              </a:spcBef>
              <a:spcAft>
                <a:spcPts val="0"/>
              </a:spcAft>
              <a:buSzPts val="1300"/>
              <a:buFont typeface="Arial"/>
              <a:buChar char="●"/>
            </a:pPr>
            <a:r>
              <a:rPr lang="zh-CN" sz="1300">
                <a:latin typeface="Arial"/>
                <a:ea typeface="Arial"/>
                <a:cs typeface="Arial"/>
                <a:sym typeface="Arial"/>
              </a:rPr>
              <a:t>End-to-End Pipeline: Data splitting, cleaning, </a:t>
            </a:r>
            <a:br>
              <a:rPr lang="zh-CN" sz="1300">
                <a:latin typeface="Arial"/>
                <a:ea typeface="Arial"/>
                <a:cs typeface="Arial"/>
                <a:sym typeface="Arial"/>
              </a:rPr>
            </a:br>
            <a:r>
              <a:rPr lang="zh-CN" sz="1300">
                <a:latin typeface="Arial"/>
                <a:ea typeface="Arial"/>
                <a:cs typeface="Arial"/>
                <a:sym typeface="Arial"/>
              </a:rPr>
              <a:t>feature engineering, and cross-validation.</a:t>
            </a:r>
            <a:br>
              <a:rPr lang="zh-CN" sz="1300">
                <a:latin typeface="Arial"/>
                <a:ea typeface="Arial"/>
                <a:cs typeface="Arial"/>
                <a:sym typeface="Arial"/>
              </a:rPr>
            </a:br>
            <a:endParaRPr sz="1300">
              <a:latin typeface="Arial"/>
              <a:ea typeface="Arial"/>
              <a:cs typeface="Arial"/>
              <a:sym typeface="Arial"/>
            </a:endParaRPr>
          </a:p>
          <a:p>
            <a:pPr indent="0" lvl="0" marL="0" rtl="0" algn="l">
              <a:lnSpc>
                <a:spcPct val="100000"/>
              </a:lnSpc>
              <a:spcBef>
                <a:spcPts val="1200"/>
              </a:spcBef>
              <a:spcAft>
                <a:spcPts val="0"/>
              </a:spcAft>
              <a:buClr>
                <a:schemeClr val="dk1"/>
              </a:buClr>
              <a:buSzPts val="1100"/>
              <a:buFont typeface="Arial"/>
              <a:buNone/>
            </a:pPr>
            <a:r>
              <a:rPr b="1" lang="zh-CN" sz="1300">
                <a:latin typeface="Arial"/>
                <a:ea typeface="Arial"/>
                <a:cs typeface="Arial"/>
                <a:sym typeface="Arial"/>
              </a:rPr>
              <a:t>2. An Introduction to Statistical Learning : With </a:t>
            </a:r>
            <a:br>
              <a:rPr b="1" lang="zh-CN" sz="1300">
                <a:latin typeface="Arial"/>
                <a:ea typeface="Arial"/>
                <a:cs typeface="Arial"/>
                <a:sym typeface="Arial"/>
              </a:rPr>
            </a:br>
            <a:r>
              <a:rPr b="1" lang="zh-CN" sz="1300">
                <a:latin typeface="Arial"/>
                <a:ea typeface="Arial"/>
                <a:cs typeface="Arial"/>
                <a:sym typeface="Arial"/>
              </a:rPr>
              <a:t>    applications  in Python (Ch. 10)  (James, 2023)</a:t>
            </a:r>
            <a:endParaRPr b="1" sz="1300">
              <a:latin typeface="Arial"/>
              <a:ea typeface="Arial"/>
              <a:cs typeface="Arial"/>
              <a:sym typeface="Arial"/>
            </a:endParaRPr>
          </a:p>
          <a:p>
            <a:pPr indent="-311150" lvl="0" marL="457200" rtl="0" algn="l">
              <a:lnSpc>
                <a:spcPct val="100000"/>
              </a:lnSpc>
              <a:spcBef>
                <a:spcPts val="1200"/>
              </a:spcBef>
              <a:spcAft>
                <a:spcPts val="0"/>
              </a:spcAft>
              <a:buSzPts val="1300"/>
              <a:buFont typeface="Arial"/>
              <a:buChar char="●"/>
            </a:pPr>
            <a:r>
              <a:rPr lang="zh-CN" sz="1300">
                <a:latin typeface="Arial"/>
                <a:ea typeface="Arial"/>
                <a:cs typeface="Arial"/>
                <a:sym typeface="Arial"/>
              </a:rPr>
              <a:t>Statistical rigor behind Linear/Logistic Regression &amp; Clustering.</a:t>
            </a:r>
            <a:br>
              <a:rPr lang="zh-CN" sz="1300">
                <a:latin typeface="Arial"/>
                <a:ea typeface="Arial"/>
                <a:cs typeface="Arial"/>
                <a:sym typeface="Arial"/>
              </a:rPr>
            </a:br>
            <a:endParaRPr sz="1300">
              <a:latin typeface="Arial"/>
              <a:ea typeface="Arial"/>
              <a:cs typeface="Arial"/>
              <a:sym typeface="Arial"/>
            </a:endParaRPr>
          </a:p>
          <a:p>
            <a:pPr indent="-311150" lvl="0" marL="457200" rtl="0" algn="l">
              <a:lnSpc>
                <a:spcPct val="100000"/>
              </a:lnSpc>
              <a:spcBef>
                <a:spcPts val="0"/>
              </a:spcBef>
              <a:spcAft>
                <a:spcPts val="0"/>
              </a:spcAft>
              <a:buSzPts val="1300"/>
              <a:buFont typeface="Arial"/>
              <a:buChar char="●"/>
            </a:pPr>
            <a:r>
              <a:rPr lang="zh-CN" sz="1300">
                <a:latin typeface="Arial"/>
                <a:ea typeface="Arial"/>
                <a:cs typeface="Arial"/>
                <a:sym typeface="Arial"/>
              </a:rPr>
              <a:t>Deep Learning (Ch. 10): Perceptrons, Multilayer Perceptrons (MLP), Backpropagation, and Hyperparameter tuning (Layers, Neurons, Learning Rates).</a:t>
            </a:r>
            <a:br>
              <a:rPr i="1" lang="zh-CN" sz="1300">
                <a:latin typeface="Arial"/>
                <a:ea typeface="Arial"/>
                <a:cs typeface="Arial"/>
                <a:sym typeface="Arial"/>
              </a:rPr>
            </a:br>
            <a:endParaRPr sz="1300">
              <a:latin typeface="Arial"/>
              <a:ea typeface="Arial"/>
              <a:cs typeface="Arial"/>
              <a:sym typeface="Arial"/>
            </a:endParaRPr>
          </a:p>
          <a:p>
            <a:pPr indent="0" lvl="0" marL="0" rtl="0" algn="l">
              <a:lnSpc>
                <a:spcPct val="100000"/>
              </a:lnSpc>
              <a:spcBef>
                <a:spcPts val="1200"/>
              </a:spcBef>
              <a:spcAft>
                <a:spcPts val="0"/>
              </a:spcAft>
              <a:buSzPts val="1500"/>
              <a:buNone/>
            </a:pPr>
            <a:r>
              <a:t/>
            </a:r>
            <a:endParaRPr sz="1300"/>
          </a:p>
        </p:txBody>
      </p:sp>
      <p:sp>
        <p:nvSpPr>
          <p:cNvPr id="363" name="Google Shape;363;p41"/>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zh-CN"/>
              <a:t>PAGE  </a:t>
            </a:r>
            <a:fld id="{00000000-1234-1234-1234-123412341234}" type="slidenum">
              <a:rPr lang="zh-CN"/>
              <a:t>‹#›</a:t>
            </a:fld>
            <a:endParaRPr/>
          </a:p>
        </p:txBody>
      </p:sp>
      <p:sp>
        <p:nvSpPr>
          <p:cNvPr id="364" name="Google Shape;364;p41"/>
          <p:cNvSpPr txBox="1"/>
          <p:nvPr>
            <p:ph idx="11" type="ftr"/>
          </p:nvPr>
        </p:nvSpPr>
        <p:spPr>
          <a:xfrm>
            <a:off x="194912" y="4751482"/>
            <a:ext cx="3919800" cy="187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zh-CN"/>
              <a:t>MTL for Cross Asset Price Prediction</a:t>
            </a:r>
            <a:endParaRPr/>
          </a:p>
        </p:txBody>
      </p:sp>
      <p:pic>
        <p:nvPicPr>
          <p:cNvPr id="365" name="Google Shape;365;p41" title="Screenshot 2025-11-25 at 9.06.29 AM.png"/>
          <p:cNvPicPr preferRelativeResize="0"/>
          <p:nvPr/>
        </p:nvPicPr>
        <p:blipFill>
          <a:blip r:embed="rId3">
            <a:alphaModFix/>
          </a:blip>
          <a:stretch>
            <a:fillRect/>
          </a:stretch>
        </p:blipFill>
        <p:spPr>
          <a:xfrm>
            <a:off x="5061500" y="584025"/>
            <a:ext cx="2033300" cy="2593075"/>
          </a:xfrm>
          <a:prstGeom prst="rect">
            <a:avLst/>
          </a:prstGeom>
          <a:noFill/>
          <a:ln>
            <a:noFill/>
          </a:ln>
        </p:spPr>
      </p:pic>
      <p:pic>
        <p:nvPicPr>
          <p:cNvPr id="366" name="Google Shape;366;p41" title="Screenshot 2025-11-25 at 9.06.59 AM.png"/>
          <p:cNvPicPr preferRelativeResize="0"/>
          <p:nvPr/>
        </p:nvPicPr>
        <p:blipFill>
          <a:blip r:embed="rId4">
            <a:alphaModFix/>
          </a:blip>
          <a:stretch>
            <a:fillRect/>
          </a:stretch>
        </p:blipFill>
        <p:spPr>
          <a:xfrm>
            <a:off x="7046625" y="2201300"/>
            <a:ext cx="1932799" cy="28187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2"/>
          <p:cNvSpPr txBox="1"/>
          <p:nvPr>
            <p:ph type="title"/>
          </p:nvPr>
        </p:nvSpPr>
        <p:spPr>
          <a:xfrm>
            <a:off x="194912" y="325581"/>
            <a:ext cx="8677200" cy="672000"/>
          </a:xfrm>
          <a:prstGeom prst="rect">
            <a:avLst/>
          </a:prstGeom>
          <a:noFill/>
          <a:ln>
            <a:noFill/>
          </a:ln>
        </p:spPr>
        <p:txBody>
          <a:bodyPr anchorCtr="0" anchor="ctr" bIns="34275" lIns="68575" spcFirstLastPara="1" rIns="68575" wrap="square" tIns="34275">
            <a:normAutofit/>
          </a:bodyPr>
          <a:lstStyle/>
          <a:p>
            <a:pPr indent="0" lvl="0" marL="0" rtl="0" algn="l">
              <a:lnSpc>
                <a:spcPct val="85000"/>
              </a:lnSpc>
              <a:spcBef>
                <a:spcPts val="0"/>
              </a:spcBef>
              <a:spcAft>
                <a:spcPts val="0"/>
              </a:spcAft>
              <a:buClr>
                <a:schemeClr val="dk1"/>
              </a:buClr>
              <a:buSzPts val="3000"/>
              <a:buFont typeface="Barlow Condensed"/>
              <a:buNone/>
            </a:pPr>
            <a:r>
              <a:rPr lang="zh-CN"/>
              <a:t>Reading Material </a:t>
            </a:r>
            <a:endParaRPr/>
          </a:p>
        </p:txBody>
      </p:sp>
      <p:sp>
        <p:nvSpPr>
          <p:cNvPr id="372" name="Google Shape;372;p42"/>
          <p:cNvSpPr txBox="1"/>
          <p:nvPr>
            <p:ph idx="12" type="sldNum"/>
          </p:nvPr>
        </p:nvSpPr>
        <p:spPr>
          <a:xfrm>
            <a:off x="4191000" y="4751482"/>
            <a:ext cx="762000" cy="1878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zh-CN"/>
              <a:t>PAGE  </a:t>
            </a:r>
            <a:fld id="{00000000-1234-1234-1234-123412341234}" type="slidenum">
              <a:rPr lang="zh-CN"/>
              <a:t>‹#›</a:t>
            </a:fld>
            <a:endParaRPr/>
          </a:p>
        </p:txBody>
      </p:sp>
      <p:sp>
        <p:nvSpPr>
          <p:cNvPr id="373" name="Google Shape;373;p42"/>
          <p:cNvSpPr txBox="1"/>
          <p:nvPr>
            <p:ph idx="1" type="body"/>
          </p:nvPr>
        </p:nvSpPr>
        <p:spPr>
          <a:xfrm>
            <a:off x="271800" y="1201600"/>
            <a:ext cx="5290500" cy="34464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1200"/>
              </a:spcBef>
              <a:spcAft>
                <a:spcPts val="0"/>
              </a:spcAft>
              <a:buSzPts val="1100"/>
              <a:buNone/>
            </a:pPr>
            <a:r>
              <a:rPr b="1" lang="zh-CN" sz="1300">
                <a:latin typeface="Arial"/>
                <a:ea typeface="Arial"/>
                <a:cs typeface="Arial"/>
                <a:sym typeface="Arial"/>
              </a:rPr>
              <a:t>3. Deep Learning for Time Series Forecasting (Ch. 1–5)       </a:t>
            </a:r>
            <a:endParaRPr b="1" sz="13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zh-CN" sz="1300">
                <a:latin typeface="Arial"/>
                <a:ea typeface="Arial"/>
                <a:cs typeface="Arial"/>
                <a:sym typeface="Arial"/>
              </a:rPr>
              <a:t>   (Brownlee, 2018) </a:t>
            </a:r>
            <a:endParaRPr b="1" sz="1300">
              <a:latin typeface="Arial"/>
              <a:ea typeface="Arial"/>
              <a:cs typeface="Arial"/>
              <a:sym typeface="Arial"/>
            </a:endParaRPr>
          </a:p>
          <a:p>
            <a:pPr indent="-311150" lvl="0" marL="457200" rtl="0" algn="l">
              <a:spcBef>
                <a:spcPts val="1200"/>
              </a:spcBef>
              <a:spcAft>
                <a:spcPts val="0"/>
              </a:spcAft>
              <a:buSzPts val="1300"/>
              <a:buFont typeface="Arial"/>
              <a:buChar char="●"/>
            </a:pPr>
            <a:r>
              <a:rPr lang="zh-CN" sz="1300">
                <a:latin typeface="Arial"/>
                <a:ea typeface="Arial"/>
                <a:cs typeface="Arial"/>
                <a:sym typeface="Arial"/>
              </a:rPr>
              <a:t>Framing time series as a supervised learning problem </a:t>
            </a:r>
            <a:br>
              <a:rPr lang="zh-CN" sz="1300">
                <a:latin typeface="Arial"/>
                <a:ea typeface="Arial"/>
                <a:cs typeface="Arial"/>
                <a:sym typeface="Arial"/>
              </a:rPr>
            </a:br>
            <a:r>
              <a:rPr lang="zh-CN" sz="1300">
                <a:latin typeface="Arial"/>
                <a:ea typeface="Arial"/>
                <a:cs typeface="Arial"/>
                <a:sym typeface="Arial"/>
              </a:rPr>
              <a:t>(Sliding Windows).</a:t>
            </a:r>
            <a:br>
              <a:rPr lang="zh-CN" sz="1300">
                <a:latin typeface="Arial"/>
                <a:ea typeface="Arial"/>
                <a:cs typeface="Arial"/>
                <a:sym typeface="Arial"/>
              </a:rPr>
            </a:b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zh-CN" sz="1300">
                <a:latin typeface="Arial"/>
                <a:ea typeface="Arial"/>
                <a:cs typeface="Arial"/>
                <a:sym typeface="Arial"/>
              </a:rPr>
              <a:t>Handling temporal dependence and stationarity.</a:t>
            </a:r>
            <a:endParaRPr sz="1300">
              <a:latin typeface="Arial"/>
              <a:ea typeface="Arial"/>
              <a:cs typeface="Arial"/>
              <a:sym typeface="Arial"/>
            </a:endParaRPr>
          </a:p>
          <a:p>
            <a:pPr indent="0" lvl="0" marL="0" rtl="0" algn="l">
              <a:lnSpc>
                <a:spcPct val="100000"/>
              </a:lnSpc>
              <a:spcBef>
                <a:spcPts val="1200"/>
              </a:spcBef>
              <a:spcAft>
                <a:spcPts val="0"/>
              </a:spcAft>
              <a:buSzPts val="1100"/>
              <a:buNone/>
            </a:pPr>
            <a:br>
              <a:rPr lang="zh-CN" sz="1300">
                <a:latin typeface="Arial"/>
                <a:ea typeface="Arial"/>
                <a:cs typeface="Arial"/>
                <a:sym typeface="Arial"/>
              </a:rPr>
            </a:br>
            <a:r>
              <a:rPr b="1" lang="zh-CN" sz="1300">
                <a:latin typeface="Arial"/>
                <a:ea typeface="Arial"/>
                <a:cs typeface="Arial"/>
                <a:sym typeface="Arial"/>
              </a:rPr>
              <a:t>4.</a:t>
            </a:r>
            <a:r>
              <a:rPr i="1" lang="zh-CN" sz="1300">
                <a:latin typeface="Arial"/>
                <a:ea typeface="Arial"/>
                <a:cs typeface="Arial"/>
                <a:sym typeface="Arial"/>
              </a:rPr>
              <a:t> </a:t>
            </a:r>
            <a:r>
              <a:rPr b="1" lang="zh-CN" sz="1300">
                <a:latin typeface="Arial"/>
                <a:ea typeface="Arial"/>
                <a:cs typeface="Arial"/>
                <a:sym typeface="Arial"/>
              </a:rPr>
              <a:t>Multitask Learning Machine Learning (Caruana, 1997) </a:t>
            </a:r>
            <a:endParaRPr b="1" sz="1300">
              <a:latin typeface="Arial"/>
              <a:ea typeface="Arial"/>
              <a:cs typeface="Arial"/>
              <a:sym typeface="Arial"/>
            </a:endParaRPr>
          </a:p>
          <a:p>
            <a:pPr indent="-311150" lvl="0" marL="457200" rtl="0" algn="l">
              <a:spcBef>
                <a:spcPts val="1200"/>
              </a:spcBef>
              <a:spcAft>
                <a:spcPts val="0"/>
              </a:spcAft>
              <a:buSzPts val="1300"/>
              <a:buFont typeface="Arial"/>
              <a:buChar char="●"/>
            </a:pPr>
            <a:r>
              <a:rPr lang="zh-CN" sz="1300">
                <a:latin typeface="Arial"/>
                <a:ea typeface="Arial"/>
                <a:cs typeface="Arial"/>
                <a:sym typeface="Arial"/>
              </a:rPr>
              <a:t>Inductive Transfer: Improving generalization by </a:t>
            </a:r>
            <a:br>
              <a:rPr lang="zh-CN" sz="1300">
                <a:latin typeface="Arial"/>
                <a:ea typeface="Arial"/>
                <a:cs typeface="Arial"/>
                <a:sym typeface="Arial"/>
              </a:rPr>
            </a:br>
            <a:r>
              <a:rPr lang="zh-CN" sz="1300">
                <a:latin typeface="Arial"/>
                <a:ea typeface="Arial"/>
                <a:cs typeface="Arial"/>
                <a:sym typeface="Arial"/>
              </a:rPr>
              <a:t>learning tasks in parallel.</a:t>
            </a:r>
            <a:br>
              <a:rPr lang="zh-CN" sz="1300">
                <a:latin typeface="Arial"/>
                <a:ea typeface="Arial"/>
                <a:cs typeface="Arial"/>
                <a:sym typeface="Arial"/>
              </a:rPr>
            </a:b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zh-CN" sz="1300">
                <a:latin typeface="Arial"/>
                <a:ea typeface="Arial"/>
                <a:cs typeface="Arial"/>
                <a:sym typeface="Arial"/>
              </a:rPr>
              <a:t>Shared Representation: How related tasks (different assets) share hidden layer features to reduce noise.</a:t>
            </a:r>
            <a:endParaRPr sz="1300">
              <a:latin typeface="Arial"/>
              <a:ea typeface="Arial"/>
              <a:cs typeface="Arial"/>
              <a:sym typeface="Arial"/>
            </a:endParaRPr>
          </a:p>
        </p:txBody>
      </p:sp>
      <p:sp>
        <p:nvSpPr>
          <p:cNvPr id="374" name="Google Shape;374;p42"/>
          <p:cNvSpPr txBox="1"/>
          <p:nvPr>
            <p:ph idx="11" type="ftr"/>
          </p:nvPr>
        </p:nvSpPr>
        <p:spPr>
          <a:xfrm>
            <a:off x="194912" y="4751482"/>
            <a:ext cx="3919800" cy="187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zh-CN"/>
              <a:t>MTL for Cross Asset Price Prediction</a:t>
            </a:r>
            <a:endParaRPr/>
          </a:p>
        </p:txBody>
      </p:sp>
      <p:pic>
        <p:nvPicPr>
          <p:cNvPr id="375" name="Google Shape;375;p42" title="Screenshot 2025-11-25 at 9.09.04 AM.png"/>
          <p:cNvPicPr preferRelativeResize="0"/>
          <p:nvPr/>
        </p:nvPicPr>
        <p:blipFill>
          <a:blip r:embed="rId3">
            <a:alphaModFix/>
          </a:blip>
          <a:stretch>
            <a:fillRect/>
          </a:stretch>
        </p:blipFill>
        <p:spPr>
          <a:xfrm>
            <a:off x="5081150" y="709700"/>
            <a:ext cx="1812651" cy="2573074"/>
          </a:xfrm>
          <a:prstGeom prst="rect">
            <a:avLst/>
          </a:prstGeom>
          <a:noFill/>
          <a:ln>
            <a:noFill/>
          </a:ln>
        </p:spPr>
      </p:pic>
      <p:pic>
        <p:nvPicPr>
          <p:cNvPr id="376" name="Google Shape;376;p42"/>
          <p:cNvPicPr preferRelativeResize="0"/>
          <p:nvPr/>
        </p:nvPicPr>
        <p:blipFill>
          <a:blip r:embed="rId4">
            <a:alphaModFix/>
          </a:blip>
          <a:stretch>
            <a:fillRect/>
          </a:stretch>
        </p:blipFill>
        <p:spPr>
          <a:xfrm>
            <a:off x="7187702" y="2241838"/>
            <a:ext cx="1812650" cy="277486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3"/>
          <p:cNvSpPr txBox="1"/>
          <p:nvPr>
            <p:ph type="title"/>
          </p:nvPr>
        </p:nvSpPr>
        <p:spPr>
          <a:xfrm>
            <a:off x="194912" y="325581"/>
            <a:ext cx="8677200" cy="672000"/>
          </a:xfrm>
          <a:prstGeom prst="rect">
            <a:avLst/>
          </a:prstGeom>
          <a:noFill/>
          <a:ln>
            <a:noFill/>
          </a:ln>
        </p:spPr>
        <p:txBody>
          <a:bodyPr anchorCtr="0" anchor="ctr" bIns="34275" lIns="68575" spcFirstLastPara="1" rIns="68575" wrap="square" tIns="34275">
            <a:normAutofit/>
          </a:bodyPr>
          <a:lstStyle/>
          <a:p>
            <a:pPr indent="0" lvl="0" marL="0" rtl="0" algn="l">
              <a:lnSpc>
                <a:spcPct val="85000"/>
              </a:lnSpc>
              <a:spcBef>
                <a:spcPts val="0"/>
              </a:spcBef>
              <a:spcAft>
                <a:spcPts val="0"/>
              </a:spcAft>
              <a:buClr>
                <a:schemeClr val="dk1"/>
              </a:buClr>
              <a:buSzPts val="3000"/>
              <a:buFont typeface="Barlow Condensed"/>
              <a:buNone/>
            </a:pPr>
            <a:r>
              <a:rPr lang="zh-CN"/>
              <a:t>Baseline Model 1 – Linear Regression</a:t>
            </a:r>
            <a:endParaRPr/>
          </a:p>
        </p:txBody>
      </p:sp>
      <p:sp>
        <p:nvSpPr>
          <p:cNvPr id="382" name="Google Shape;382;p43"/>
          <p:cNvSpPr txBox="1"/>
          <p:nvPr>
            <p:ph idx="11" type="ftr"/>
          </p:nvPr>
        </p:nvSpPr>
        <p:spPr>
          <a:xfrm>
            <a:off x="194912" y="4751482"/>
            <a:ext cx="3919800" cy="187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zh-CN"/>
              <a:t>MTL for Cross Asset Price Prediction</a:t>
            </a:r>
            <a:endParaRPr/>
          </a:p>
        </p:txBody>
      </p:sp>
      <p:sp>
        <p:nvSpPr>
          <p:cNvPr id="383" name="Google Shape;383;p43"/>
          <p:cNvSpPr txBox="1"/>
          <p:nvPr>
            <p:ph idx="12" type="sldNum"/>
          </p:nvPr>
        </p:nvSpPr>
        <p:spPr>
          <a:xfrm>
            <a:off x="4191000" y="4751482"/>
            <a:ext cx="762000" cy="1878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zh-CN"/>
              <a:t>PAGE  </a:t>
            </a:r>
            <a:fld id="{00000000-1234-1234-1234-123412341234}" type="slidenum">
              <a:rPr lang="zh-CN"/>
              <a:t>‹#›</a:t>
            </a:fld>
            <a:endParaRPr/>
          </a:p>
        </p:txBody>
      </p:sp>
      <p:sp>
        <p:nvSpPr>
          <p:cNvPr id="384" name="Google Shape;384;p43"/>
          <p:cNvSpPr txBox="1"/>
          <p:nvPr>
            <p:ph idx="1" type="body"/>
          </p:nvPr>
        </p:nvSpPr>
        <p:spPr>
          <a:xfrm>
            <a:off x="194900" y="1305075"/>
            <a:ext cx="5650800" cy="3446400"/>
          </a:xfrm>
          <a:prstGeom prst="rect">
            <a:avLst/>
          </a:prstGeom>
          <a:noFill/>
          <a:ln>
            <a:noFill/>
          </a:ln>
        </p:spPr>
        <p:txBody>
          <a:bodyPr anchorCtr="0" anchor="t" bIns="34275" lIns="68575" spcFirstLastPara="1" rIns="68575" wrap="square" tIns="34275">
            <a:noAutofit/>
          </a:bodyPr>
          <a:lstStyle/>
          <a:p>
            <a:pPr indent="-317500" lvl="0" marL="457200" rtl="0" algn="l">
              <a:spcBef>
                <a:spcPts val="1200"/>
              </a:spcBef>
              <a:spcAft>
                <a:spcPts val="0"/>
              </a:spcAft>
              <a:buSzPts val="1400"/>
              <a:buFont typeface="Arial"/>
              <a:buChar char="▪"/>
            </a:pPr>
            <a:r>
              <a:rPr b="1" lang="zh-CN" sz="1400">
                <a:latin typeface="Arial"/>
                <a:ea typeface="Arial"/>
                <a:cs typeface="Arial"/>
                <a:sym typeface="Arial"/>
              </a:rPr>
              <a:t>Linear regression models the relationship between independent variables X and a continuous dependent variable Y.</a:t>
            </a:r>
            <a:endParaRPr b="1" sz="1400">
              <a:latin typeface="Arial"/>
              <a:ea typeface="Arial"/>
              <a:cs typeface="Arial"/>
              <a:sym typeface="Arial"/>
            </a:endParaRPr>
          </a:p>
          <a:p>
            <a:pPr indent="0" lvl="0" marL="457200" rtl="0" algn="l">
              <a:lnSpc>
                <a:spcPct val="100000"/>
              </a:lnSpc>
              <a:spcBef>
                <a:spcPts val="1200"/>
              </a:spcBef>
              <a:spcAft>
                <a:spcPts val="0"/>
              </a:spcAft>
              <a:buNone/>
            </a:pPr>
            <a:r>
              <a:t/>
            </a:r>
            <a:endParaRPr b="1" sz="1400">
              <a:latin typeface="Arial"/>
              <a:ea typeface="Arial"/>
              <a:cs typeface="Arial"/>
              <a:sym typeface="Arial"/>
            </a:endParaRPr>
          </a:p>
          <a:p>
            <a:pPr indent="0" lvl="0" marL="457200" rtl="0" algn="l">
              <a:lnSpc>
                <a:spcPct val="100000"/>
              </a:lnSpc>
              <a:spcBef>
                <a:spcPts val="1200"/>
              </a:spcBef>
              <a:spcAft>
                <a:spcPts val="0"/>
              </a:spcAft>
              <a:buNone/>
            </a:pPr>
            <a:r>
              <a:t/>
            </a:r>
            <a:endParaRPr b="1" sz="1400">
              <a:latin typeface="Arial"/>
              <a:ea typeface="Arial"/>
              <a:cs typeface="Arial"/>
              <a:sym typeface="Arial"/>
            </a:endParaRPr>
          </a:p>
          <a:p>
            <a:pPr indent="-317500" lvl="0" marL="457200" rtl="0" algn="l">
              <a:lnSpc>
                <a:spcPct val="100000"/>
              </a:lnSpc>
              <a:spcBef>
                <a:spcPts val="1200"/>
              </a:spcBef>
              <a:spcAft>
                <a:spcPts val="0"/>
              </a:spcAft>
              <a:buSzPts val="1400"/>
              <a:buFont typeface="Arial"/>
              <a:buChar char="▪"/>
            </a:pPr>
            <a:r>
              <a:rPr b="1" lang="zh-CN" sz="1400">
                <a:latin typeface="Arial"/>
                <a:ea typeface="Arial"/>
                <a:cs typeface="Arial"/>
                <a:sym typeface="Arial"/>
              </a:rPr>
              <a:t>Find the best fitting line by minimizing prediction errors </a:t>
            </a:r>
            <a:br>
              <a:rPr b="1" lang="zh-CN" sz="1400">
                <a:latin typeface="Arial"/>
                <a:ea typeface="Arial"/>
                <a:cs typeface="Arial"/>
                <a:sym typeface="Arial"/>
              </a:rPr>
            </a:br>
            <a:r>
              <a:rPr b="1" lang="zh-CN" sz="1400">
                <a:latin typeface="Arial"/>
                <a:ea typeface="Arial"/>
                <a:cs typeface="Arial"/>
                <a:sym typeface="Arial"/>
              </a:rPr>
              <a:t>using Least squares method</a:t>
            </a:r>
            <a:endParaRPr b="1" sz="1400">
              <a:latin typeface="Arial"/>
              <a:ea typeface="Arial"/>
              <a:cs typeface="Arial"/>
              <a:sym typeface="Arial"/>
            </a:endParaRPr>
          </a:p>
          <a:p>
            <a:pPr indent="0" lvl="0" marL="0" rtl="0" algn="l">
              <a:lnSpc>
                <a:spcPct val="100000"/>
              </a:lnSpc>
              <a:spcBef>
                <a:spcPts val="1200"/>
              </a:spcBef>
              <a:spcAft>
                <a:spcPts val="0"/>
              </a:spcAft>
              <a:buNone/>
            </a:pPr>
            <a:r>
              <a:t/>
            </a:r>
            <a:endParaRPr b="1" sz="1400">
              <a:latin typeface="Arial"/>
              <a:ea typeface="Arial"/>
              <a:cs typeface="Arial"/>
              <a:sym typeface="Arial"/>
            </a:endParaRPr>
          </a:p>
          <a:p>
            <a:pPr indent="-317500" lvl="0" marL="457200" rtl="0" algn="l">
              <a:lnSpc>
                <a:spcPct val="100000"/>
              </a:lnSpc>
              <a:spcBef>
                <a:spcPts val="1200"/>
              </a:spcBef>
              <a:spcAft>
                <a:spcPts val="0"/>
              </a:spcAft>
              <a:buSzPts val="1400"/>
              <a:buFont typeface="Arial"/>
              <a:buChar char="▪"/>
            </a:pPr>
            <a:r>
              <a:rPr b="1" lang="zh-CN" sz="1400">
                <a:latin typeface="Arial"/>
                <a:ea typeface="Arial"/>
                <a:cs typeface="Arial"/>
                <a:sym typeface="Arial"/>
              </a:rPr>
              <a:t>It calculates coefficients for variables that minimize the error in prediction.</a:t>
            </a:r>
            <a:endParaRPr b="1" sz="1400">
              <a:latin typeface="Arial"/>
              <a:ea typeface="Arial"/>
              <a:cs typeface="Arial"/>
              <a:sym typeface="Arial"/>
            </a:endParaRPr>
          </a:p>
        </p:txBody>
      </p:sp>
      <p:pic>
        <p:nvPicPr>
          <p:cNvPr id="385" name="Google Shape;385;p43"/>
          <p:cNvPicPr preferRelativeResize="0"/>
          <p:nvPr/>
        </p:nvPicPr>
        <p:blipFill>
          <a:blip r:embed="rId3">
            <a:alphaModFix/>
          </a:blip>
          <a:stretch>
            <a:fillRect/>
          </a:stretch>
        </p:blipFill>
        <p:spPr>
          <a:xfrm>
            <a:off x="5905300" y="1099613"/>
            <a:ext cx="3238700" cy="2944273"/>
          </a:xfrm>
          <a:prstGeom prst="rect">
            <a:avLst/>
          </a:prstGeom>
          <a:noFill/>
          <a:ln>
            <a:noFill/>
          </a:ln>
        </p:spPr>
      </p:pic>
      <p:pic>
        <p:nvPicPr>
          <p:cNvPr id="386" name="Google Shape;386;p43" title="Screenshot 2025-11-25 at 9.16.41 AM.png"/>
          <p:cNvPicPr preferRelativeResize="0"/>
          <p:nvPr/>
        </p:nvPicPr>
        <p:blipFill>
          <a:blip r:embed="rId4">
            <a:alphaModFix/>
          </a:blip>
          <a:stretch>
            <a:fillRect/>
          </a:stretch>
        </p:blipFill>
        <p:spPr>
          <a:xfrm>
            <a:off x="616075" y="2021725"/>
            <a:ext cx="4136582" cy="672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4"/>
          <p:cNvSpPr txBox="1"/>
          <p:nvPr>
            <p:ph type="title"/>
          </p:nvPr>
        </p:nvSpPr>
        <p:spPr>
          <a:xfrm>
            <a:off x="194912" y="325581"/>
            <a:ext cx="8677200" cy="672000"/>
          </a:xfrm>
          <a:prstGeom prst="rect">
            <a:avLst/>
          </a:prstGeom>
          <a:noFill/>
          <a:ln>
            <a:noFill/>
          </a:ln>
        </p:spPr>
        <p:txBody>
          <a:bodyPr anchorCtr="0" anchor="ctr" bIns="34275" lIns="68575" spcFirstLastPara="1" rIns="68575" wrap="square" tIns="34275">
            <a:normAutofit/>
          </a:bodyPr>
          <a:lstStyle/>
          <a:p>
            <a:pPr indent="0" lvl="0" marL="0" rtl="0" algn="l">
              <a:lnSpc>
                <a:spcPct val="85000"/>
              </a:lnSpc>
              <a:spcBef>
                <a:spcPts val="0"/>
              </a:spcBef>
              <a:spcAft>
                <a:spcPts val="0"/>
              </a:spcAft>
              <a:buClr>
                <a:schemeClr val="dk1"/>
              </a:buClr>
              <a:buSzPts val="3000"/>
              <a:buFont typeface="Barlow Condensed"/>
              <a:buNone/>
            </a:pPr>
            <a:r>
              <a:rPr lang="zh-CN"/>
              <a:t>Baseline Model 2 – Feedforward Neural Network (FNN)</a:t>
            </a:r>
            <a:endParaRPr/>
          </a:p>
        </p:txBody>
      </p:sp>
      <p:sp>
        <p:nvSpPr>
          <p:cNvPr id="392" name="Google Shape;392;p44"/>
          <p:cNvSpPr txBox="1"/>
          <p:nvPr>
            <p:ph idx="11" type="ftr"/>
          </p:nvPr>
        </p:nvSpPr>
        <p:spPr>
          <a:xfrm>
            <a:off x="194912" y="4751482"/>
            <a:ext cx="3919800" cy="187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zh-CN"/>
              <a:t>MTL for Cross Asset Price Prediction</a:t>
            </a:r>
            <a:endParaRPr/>
          </a:p>
        </p:txBody>
      </p:sp>
      <p:sp>
        <p:nvSpPr>
          <p:cNvPr id="393" name="Google Shape;393;p44"/>
          <p:cNvSpPr txBox="1"/>
          <p:nvPr>
            <p:ph idx="12" type="sldNum"/>
          </p:nvPr>
        </p:nvSpPr>
        <p:spPr>
          <a:xfrm>
            <a:off x="4191000" y="4751482"/>
            <a:ext cx="762000" cy="1878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zh-CN"/>
              <a:t>PAGE  </a:t>
            </a:r>
            <a:fld id="{00000000-1234-1234-1234-123412341234}" type="slidenum">
              <a:rPr lang="zh-CN"/>
              <a:t>‹#›</a:t>
            </a:fld>
            <a:endParaRPr/>
          </a:p>
        </p:txBody>
      </p:sp>
      <p:pic>
        <p:nvPicPr>
          <p:cNvPr id="394" name="Google Shape;394;p44"/>
          <p:cNvPicPr preferRelativeResize="0"/>
          <p:nvPr/>
        </p:nvPicPr>
        <p:blipFill>
          <a:blip r:embed="rId3">
            <a:alphaModFix/>
          </a:blip>
          <a:stretch>
            <a:fillRect/>
          </a:stretch>
        </p:blipFill>
        <p:spPr>
          <a:xfrm>
            <a:off x="3019814" y="1432425"/>
            <a:ext cx="5921525" cy="2652350"/>
          </a:xfrm>
          <a:prstGeom prst="rect">
            <a:avLst/>
          </a:prstGeom>
          <a:noFill/>
          <a:ln>
            <a:noFill/>
          </a:ln>
        </p:spPr>
      </p:pic>
      <p:sp>
        <p:nvSpPr>
          <p:cNvPr id="395" name="Google Shape;395;p44"/>
          <p:cNvSpPr txBox="1"/>
          <p:nvPr>
            <p:ph idx="1" type="body"/>
          </p:nvPr>
        </p:nvSpPr>
        <p:spPr>
          <a:xfrm>
            <a:off x="194900" y="1511275"/>
            <a:ext cx="2755800" cy="3048600"/>
          </a:xfrm>
          <a:prstGeom prst="rect">
            <a:avLst/>
          </a:prstGeom>
          <a:noFill/>
          <a:ln>
            <a:noFill/>
          </a:ln>
        </p:spPr>
        <p:txBody>
          <a:bodyPr anchorCtr="0" anchor="t" bIns="34275" lIns="68575" spcFirstLastPara="1" rIns="68575" wrap="square" tIns="34275">
            <a:noAutofit/>
          </a:bodyPr>
          <a:lstStyle/>
          <a:p>
            <a:pPr indent="-317500" lvl="0" marL="457200" rtl="0" algn="l">
              <a:lnSpc>
                <a:spcPct val="115000"/>
              </a:lnSpc>
              <a:spcBef>
                <a:spcPts val="1200"/>
              </a:spcBef>
              <a:spcAft>
                <a:spcPts val="0"/>
              </a:spcAft>
              <a:buSzPts val="1400"/>
              <a:buFont typeface="Arial"/>
              <a:buChar char="▪"/>
            </a:pPr>
            <a:r>
              <a:rPr b="1" lang="zh-CN" sz="1400">
                <a:latin typeface="Arial"/>
                <a:ea typeface="Arial"/>
                <a:cs typeface="Arial"/>
                <a:sym typeface="Arial"/>
              </a:rPr>
              <a:t>A neural network where data flows one way </a:t>
            </a:r>
            <a:br>
              <a:rPr b="1" lang="zh-CN" sz="1400">
                <a:latin typeface="Arial"/>
                <a:ea typeface="Arial"/>
                <a:cs typeface="Arial"/>
                <a:sym typeface="Arial"/>
              </a:rPr>
            </a:br>
            <a:r>
              <a:rPr b="1" lang="zh-CN" sz="1400">
                <a:latin typeface="Arial"/>
                <a:ea typeface="Arial"/>
                <a:cs typeface="Arial"/>
                <a:sym typeface="Arial"/>
              </a:rPr>
              <a:t>i.e. from input to output.</a:t>
            </a:r>
            <a:br>
              <a:rPr b="1" lang="zh-CN" sz="1400">
                <a:latin typeface="Arial"/>
                <a:ea typeface="Arial"/>
                <a:cs typeface="Arial"/>
                <a:sym typeface="Arial"/>
              </a:rPr>
            </a:br>
            <a:endParaRPr b="1"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b="1" lang="zh-CN" sz="1400">
                <a:latin typeface="Arial"/>
                <a:ea typeface="Arial"/>
                <a:cs typeface="Arial"/>
                <a:sym typeface="Arial"/>
              </a:rPr>
              <a:t>No loops or feedback.</a:t>
            </a:r>
            <a:br>
              <a:rPr b="1" lang="zh-CN" sz="1400">
                <a:latin typeface="Arial"/>
                <a:ea typeface="Arial"/>
                <a:cs typeface="Arial"/>
                <a:sym typeface="Arial"/>
              </a:rPr>
            </a:br>
            <a:endParaRPr b="1"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b="1" lang="zh-CN" sz="1400">
                <a:latin typeface="Arial"/>
                <a:ea typeface="Arial"/>
                <a:cs typeface="Arial"/>
                <a:sym typeface="Arial"/>
              </a:rPr>
              <a:t>Used for tasks like pattern recognition </a:t>
            </a:r>
            <a:br>
              <a:rPr b="1" lang="zh-CN" sz="1400">
                <a:latin typeface="Arial"/>
                <a:ea typeface="Arial"/>
                <a:cs typeface="Arial"/>
                <a:sym typeface="Arial"/>
              </a:rPr>
            </a:br>
            <a:r>
              <a:rPr b="1" lang="zh-CN" sz="1400">
                <a:latin typeface="Arial"/>
                <a:ea typeface="Arial"/>
                <a:cs typeface="Arial"/>
                <a:sym typeface="Arial"/>
              </a:rPr>
              <a:t>(e.g. image and speech).</a:t>
            </a:r>
            <a:endParaRPr b="1" sz="1700">
              <a:latin typeface="Arial"/>
              <a:ea typeface="Arial"/>
              <a:cs typeface="Arial"/>
              <a:sym typeface="Arial"/>
            </a:endParaRPr>
          </a:p>
        </p:txBody>
      </p:sp>
      <p:sp>
        <p:nvSpPr>
          <p:cNvPr id="396" name="Google Shape;396;p44"/>
          <p:cNvSpPr txBox="1"/>
          <p:nvPr/>
        </p:nvSpPr>
        <p:spPr>
          <a:xfrm>
            <a:off x="474800" y="4195525"/>
            <a:ext cx="2878500" cy="4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FNN is used here </a:t>
            </a:r>
            <a:r>
              <a:rPr lang="zh-CN">
                <a:solidFill>
                  <a:schemeClr val="dk1"/>
                </a:solidFill>
              </a:rPr>
              <a:t>for simplicity </a:t>
            </a:r>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5"/>
          <p:cNvSpPr txBox="1"/>
          <p:nvPr>
            <p:ph type="title"/>
          </p:nvPr>
        </p:nvSpPr>
        <p:spPr>
          <a:xfrm>
            <a:off x="194912" y="325581"/>
            <a:ext cx="8677200" cy="6720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3000"/>
              <a:buFont typeface="Barlow Condensed"/>
              <a:buNone/>
            </a:pPr>
            <a:r>
              <a:rPr lang="zh-CN"/>
              <a:t>Multitask Learning Model</a:t>
            </a:r>
            <a:endParaRPr/>
          </a:p>
        </p:txBody>
      </p:sp>
      <p:sp>
        <p:nvSpPr>
          <p:cNvPr id="402" name="Google Shape;402;p45"/>
          <p:cNvSpPr txBox="1"/>
          <p:nvPr>
            <p:ph idx="2" type="body"/>
          </p:nvPr>
        </p:nvSpPr>
        <p:spPr>
          <a:xfrm>
            <a:off x="195050" y="928950"/>
            <a:ext cx="8677200" cy="37038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1200"/>
              </a:spcBef>
              <a:spcAft>
                <a:spcPts val="0"/>
              </a:spcAft>
              <a:buNone/>
            </a:pPr>
            <a:r>
              <a:rPr lang="zh-CN" u="sng"/>
              <a:t>Defination</a:t>
            </a:r>
            <a:endParaRPr u="sng"/>
          </a:p>
          <a:p>
            <a:pPr indent="0" lvl="0" marL="0" rtl="0" algn="l">
              <a:lnSpc>
                <a:spcPct val="150000"/>
              </a:lnSpc>
              <a:spcBef>
                <a:spcPts val="0"/>
              </a:spcBef>
              <a:spcAft>
                <a:spcPts val="0"/>
              </a:spcAft>
              <a:buNone/>
            </a:pPr>
            <a:r>
              <a:rPr lang="zh-CN"/>
              <a:t>One model learning </a:t>
            </a:r>
            <a:r>
              <a:rPr b="1" lang="zh-CN"/>
              <a:t>several</a:t>
            </a:r>
            <a:r>
              <a:rPr lang="zh-CN"/>
              <a:t> </a:t>
            </a:r>
            <a:r>
              <a:rPr lang="zh-CN">
                <a:solidFill>
                  <a:schemeClr val="accent5"/>
                </a:solidFill>
              </a:rPr>
              <a:t>related</a:t>
            </a:r>
            <a:r>
              <a:rPr lang="zh-CN"/>
              <a:t> tasks at the same time.</a:t>
            </a:r>
            <a:endParaRPr/>
          </a:p>
          <a:p>
            <a:pPr indent="0" lvl="0" marL="0" rtl="0" algn="l">
              <a:lnSpc>
                <a:spcPct val="150000"/>
              </a:lnSpc>
              <a:spcBef>
                <a:spcPts val="1200"/>
              </a:spcBef>
              <a:spcAft>
                <a:spcPts val="0"/>
              </a:spcAft>
              <a:buNone/>
            </a:pPr>
            <a:r>
              <a:rPr lang="zh-CN" u="sng"/>
              <a:t>Shared Learning</a:t>
            </a:r>
            <a:endParaRPr u="sng"/>
          </a:p>
          <a:p>
            <a:pPr indent="-323850" lvl="0" marL="457200" rtl="0" algn="l">
              <a:lnSpc>
                <a:spcPct val="150000"/>
              </a:lnSpc>
              <a:spcBef>
                <a:spcPts val="0"/>
              </a:spcBef>
              <a:spcAft>
                <a:spcPts val="0"/>
              </a:spcAft>
              <a:buSzPts val="1500"/>
              <a:buChar char="▪"/>
            </a:pPr>
            <a:r>
              <a:rPr lang="zh-CN"/>
              <a:t>Tasks that are related often need similar skills</a:t>
            </a:r>
            <a:endParaRPr/>
          </a:p>
          <a:p>
            <a:pPr indent="-323850" lvl="0" marL="457200" rtl="0" algn="l">
              <a:lnSpc>
                <a:spcPct val="150000"/>
              </a:lnSpc>
              <a:spcBef>
                <a:spcPts val="0"/>
              </a:spcBef>
              <a:spcAft>
                <a:spcPts val="0"/>
              </a:spcAft>
              <a:buSzPts val="1500"/>
              <a:buChar char="▪"/>
            </a:pPr>
            <a:r>
              <a:rPr lang="zh-CN"/>
              <a:t>MTL creates a shared representation that all tasks benefit from</a:t>
            </a:r>
            <a:endParaRPr/>
          </a:p>
          <a:p>
            <a:pPr indent="-323850" lvl="0" marL="457200" rtl="0" algn="l">
              <a:lnSpc>
                <a:spcPct val="150000"/>
              </a:lnSpc>
              <a:spcBef>
                <a:spcPts val="0"/>
              </a:spcBef>
              <a:spcAft>
                <a:spcPts val="0"/>
              </a:spcAft>
              <a:buSzPts val="1500"/>
              <a:buChar char="▪"/>
            </a:pPr>
            <a:r>
              <a:rPr lang="zh-CN"/>
              <a:t>Each task also has its own output layer</a:t>
            </a:r>
            <a:endParaRPr/>
          </a:p>
        </p:txBody>
      </p:sp>
      <p:sp>
        <p:nvSpPr>
          <p:cNvPr id="403" name="Google Shape;403;p45"/>
          <p:cNvSpPr txBox="1"/>
          <p:nvPr>
            <p:ph idx="11" type="ftr"/>
          </p:nvPr>
        </p:nvSpPr>
        <p:spPr>
          <a:xfrm>
            <a:off x="194912" y="4751482"/>
            <a:ext cx="3919800" cy="187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zh-CN"/>
              <a:t>PRESENTATION TITLE</a:t>
            </a:r>
            <a:endParaRPr/>
          </a:p>
        </p:txBody>
      </p:sp>
      <p:sp>
        <p:nvSpPr>
          <p:cNvPr id="404" name="Google Shape;404;p45"/>
          <p:cNvSpPr txBox="1"/>
          <p:nvPr>
            <p:ph idx="12" type="sldNum"/>
          </p:nvPr>
        </p:nvSpPr>
        <p:spPr>
          <a:xfrm>
            <a:off x="4191000" y="4751482"/>
            <a:ext cx="762000" cy="1878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zh-CN"/>
              <a:t>PAGE  </a:t>
            </a:r>
            <a:fld id="{00000000-1234-1234-1234-123412341234}" type="slidenum">
              <a:rPr lang="zh-CN"/>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6"/>
          <p:cNvSpPr txBox="1"/>
          <p:nvPr>
            <p:ph type="title"/>
          </p:nvPr>
        </p:nvSpPr>
        <p:spPr>
          <a:xfrm>
            <a:off x="194912" y="325581"/>
            <a:ext cx="8677200" cy="6720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3000"/>
              <a:buFont typeface="Barlow Condensed"/>
              <a:buNone/>
            </a:pPr>
            <a:r>
              <a:rPr lang="zh-CN"/>
              <a:t>How Multitask Learning Model Works?</a:t>
            </a:r>
            <a:endParaRPr/>
          </a:p>
        </p:txBody>
      </p:sp>
      <p:sp>
        <p:nvSpPr>
          <p:cNvPr id="410" name="Google Shape;410;p46"/>
          <p:cNvSpPr txBox="1"/>
          <p:nvPr>
            <p:ph idx="2" type="body"/>
          </p:nvPr>
        </p:nvSpPr>
        <p:spPr>
          <a:xfrm>
            <a:off x="4778350" y="928950"/>
            <a:ext cx="4093800" cy="3703800"/>
          </a:xfrm>
          <a:prstGeom prst="rect">
            <a:avLst/>
          </a:prstGeom>
          <a:noFill/>
          <a:ln>
            <a:noFill/>
          </a:ln>
        </p:spPr>
        <p:txBody>
          <a:bodyPr anchorCtr="0" anchor="ctr" bIns="34275" lIns="68575" spcFirstLastPara="1" rIns="68575" wrap="square" tIns="34275">
            <a:normAutofit/>
          </a:bodyPr>
          <a:lstStyle/>
          <a:p>
            <a:pPr indent="-330200" lvl="0" marL="457200" rtl="0" algn="l">
              <a:lnSpc>
                <a:spcPct val="115000"/>
              </a:lnSpc>
              <a:spcBef>
                <a:spcPts val="1200"/>
              </a:spcBef>
              <a:spcAft>
                <a:spcPts val="0"/>
              </a:spcAft>
              <a:buSzPts val="1600"/>
              <a:buChar char="➔"/>
            </a:pPr>
            <a:r>
              <a:rPr b="1" lang="zh-CN"/>
              <a:t>Input</a:t>
            </a:r>
            <a:r>
              <a:rPr lang="zh-CN"/>
              <a:t> enters the model</a:t>
            </a:r>
            <a:endParaRPr/>
          </a:p>
          <a:p>
            <a:pPr indent="-323850" lvl="0" marL="457200" rtl="0" algn="l">
              <a:lnSpc>
                <a:spcPct val="115000"/>
              </a:lnSpc>
              <a:spcBef>
                <a:spcPts val="1000"/>
              </a:spcBef>
              <a:spcAft>
                <a:spcPts val="0"/>
              </a:spcAft>
              <a:buSzPts val="1500"/>
              <a:buChar char="➔"/>
            </a:pPr>
            <a:r>
              <a:rPr b="1" lang="zh-CN"/>
              <a:t>Shared layers</a:t>
            </a:r>
            <a:r>
              <a:rPr lang="zh-CN"/>
              <a:t> learn patterns useful for all tasks</a:t>
            </a:r>
            <a:endParaRPr/>
          </a:p>
          <a:p>
            <a:pPr indent="-323850" lvl="0" marL="457200" rtl="0" algn="l">
              <a:lnSpc>
                <a:spcPct val="115000"/>
              </a:lnSpc>
              <a:spcBef>
                <a:spcPts val="1000"/>
              </a:spcBef>
              <a:spcAft>
                <a:spcPts val="0"/>
              </a:spcAft>
              <a:buSzPts val="1500"/>
              <a:buChar char="➔"/>
            </a:pPr>
            <a:r>
              <a:rPr b="1" lang="zh-CN"/>
              <a:t>Task-specific layers</a:t>
            </a:r>
            <a:r>
              <a:rPr lang="zh-CN"/>
              <a:t> learn what makes each task unique</a:t>
            </a:r>
            <a:endParaRPr/>
          </a:p>
          <a:p>
            <a:pPr indent="-323850" lvl="0" marL="457200" rtl="0" algn="l">
              <a:lnSpc>
                <a:spcPct val="115000"/>
              </a:lnSpc>
              <a:spcBef>
                <a:spcPts val="1200"/>
              </a:spcBef>
              <a:spcAft>
                <a:spcPts val="1000"/>
              </a:spcAft>
              <a:buSzPts val="1500"/>
              <a:buChar char="➔"/>
            </a:pPr>
            <a:r>
              <a:rPr lang="zh-CN"/>
              <a:t>The model updates itself using all tasks at once</a:t>
            </a:r>
            <a:endParaRPr/>
          </a:p>
        </p:txBody>
      </p:sp>
      <p:sp>
        <p:nvSpPr>
          <p:cNvPr id="411" name="Google Shape;411;p46"/>
          <p:cNvSpPr txBox="1"/>
          <p:nvPr>
            <p:ph idx="11" type="ftr"/>
          </p:nvPr>
        </p:nvSpPr>
        <p:spPr>
          <a:xfrm>
            <a:off x="194912" y="4751482"/>
            <a:ext cx="3919800" cy="187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zh-CN"/>
              <a:t>PRESENTATION TITLE</a:t>
            </a:r>
            <a:endParaRPr/>
          </a:p>
        </p:txBody>
      </p:sp>
      <p:sp>
        <p:nvSpPr>
          <p:cNvPr id="412" name="Google Shape;412;p46"/>
          <p:cNvSpPr txBox="1"/>
          <p:nvPr>
            <p:ph idx="12" type="sldNum"/>
          </p:nvPr>
        </p:nvSpPr>
        <p:spPr>
          <a:xfrm>
            <a:off x="4191000" y="4751482"/>
            <a:ext cx="762000" cy="1878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zh-CN"/>
              <a:t>PAGE  </a:t>
            </a:r>
            <a:fld id="{00000000-1234-1234-1234-123412341234}" type="slidenum">
              <a:rPr lang="zh-CN"/>
              <a:t>‹#›</a:t>
            </a:fld>
            <a:endParaRPr/>
          </a:p>
        </p:txBody>
      </p:sp>
      <p:pic>
        <p:nvPicPr>
          <p:cNvPr id="413" name="Google Shape;413;p46"/>
          <p:cNvPicPr preferRelativeResize="0"/>
          <p:nvPr/>
        </p:nvPicPr>
        <p:blipFill>
          <a:blip r:embed="rId3">
            <a:alphaModFix/>
          </a:blip>
          <a:stretch>
            <a:fillRect/>
          </a:stretch>
        </p:blipFill>
        <p:spPr>
          <a:xfrm>
            <a:off x="194900" y="1119225"/>
            <a:ext cx="4583451" cy="33232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7"/>
          <p:cNvSpPr txBox="1"/>
          <p:nvPr>
            <p:ph type="title"/>
          </p:nvPr>
        </p:nvSpPr>
        <p:spPr>
          <a:xfrm>
            <a:off x="194912" y="325581"/>
            <a:ext cx="8677200" cy="6720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3000"/>
              <a:buFont typeface="Barlow Condensed"/>
              <a:buNone/>
            </a:pPr>
            <a:r>
              <a:rPr lang="zh-CN"/>
              <a:t> Multitask Learning Model</a:t>
            </a:r>
            <a:endParaRPr/>
          </a:p>
        </p:txBody>
      </p:sp>
      <p:sp>
        <p:nvSpPr>
          <p:cNvPr id="419" name="Google Shape;419;p47"/>
          <p:cNvSpPr txBox="1"/>
          <p:nvPr>
            <p:ph idx="1" type="body"/>
          </p:nvPr>
        </p:nvSpPr>
        <p:spPr>
          <a:xfrm>
            <a:off x="336850" y="1444525"/>
            <a:ext cx="3854100" cy="885000"/>
          </a:xfrm>
          <a:prstGeom prst="rect">
            <a:avLst/>
          </a:prstGeom>
          <a:noFill/>
          <a:ln>
            <a:noFill/>
          </a:ln>
        </p:spPr>
        <p:txBody>
          <a:bodyPr anchorCtr="0" anchor="t" bIns="34275" lIns="68575" spcFirstLastPara="1" rIns="68575" wrap="square" tIns="34275">
            <a:normAutofit/>
          </a:bodyPr>
          <a:lstStyle/>
          <a:p>
            <a:pPr indent="-209550" lvl="0" marL="215900" rtl="0" algn="l">
              <a:spcBef>
                <a:spcPts val="1200"/>
              </a:spcBef>
              <a:spcAft>
                <a:spcPts val="0"/>
              </a:spcAft>
              <a:buSzPts val="1500"/>
              <a:buChar char="▪"/>
            </a:pPr>
            <a:r>
              <a:rPr lang="zh-CN"/>
              <a:t>Better Performance</a:t>
            </a:r>
            <a:endParaRPr/>
          </a:p>
          <a:p>
            <a:pPr indent="-209550" lvl="0" marL="215900" rtl="0" algn="l">
              <a:spcBef>
                <a:spcPts val="1200"/>
              </a:spcBef>
              <a:spcAft>
                <a:spcPts val="0"/>
              </a:spcAft>
              <a:buSzPts val="1500"/>
              <a:buChar char="▪"/>
            </a:pPr>
            <a:r>
              <a:rPr lang="zh-CN"/>
              <a:t>Requires Less Data</a:t>
            </a:r>
            <a:endParaRPr/>
          </a:p>
        </p:txBody>
      </p:sp>
      <p:sp>
        <p:nvSpPr>
          <p:cNvPr id="420" name="Google Shape;420;p47"/>
          <p:cNvSpPr txBox="1"/>
          <p:nvPr>
            <p:ph idx="11" type="ftr"/>
          </p:nvPr>
        </p:nvSpPr>
        <p:spPr>
          <a:xfrm>
            <a:off x="194912" y="4751482"/>
            <a:ext cx="3919800" cy="187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zh-CN"/>
              <a:t>PRESENTATION TITLE</a:t>
            </a:r>
            <a:endParaRPr/>
          </a:p>
        </p:txBody>
      </p:sp>
      <p:sp>
        <p:nvSpPr>
          <p:cNvPr id="421" name="Google Shape;421;p47"/>
          <p:cNvSpPr txBox="1"/>
          <p:nvPr>
            <p:ph idx="12" type="sldNum"/>
          </p:nvPr>
        </p:nvSpPr>
        <p:spPr>
          <a:xfrm>
            <a:off x="4191000" y="4751482"/>
            <a:ext cx="762000" cy="1878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zh-CN"/>
              <a:t>PAGE  </a:t>
            </a:r>
            <a:fld id="{00000000-1234-1234-1234-123412341234}" type="slidenum">
              <a:rPr lang="zh-CN"/>
              <a:t>‹#›</a:t>
            </a:fld>
            <a:endParaRPr/>
          </a:p>
        </p:txBody>
      </p:sp>
      <p:sp>
        <p:nvSpPr>
          <p:cNvPr id="422" name="Google Shape;422;p47"/>
          <p:cNvSpPr/>
          <p:nvPr/>
        </p:nvSpPr>
        <p:spPr>
          <a:xfrm>
            <a:off x="336850" y="997575"/>
            <a:ext cx="907200" cy="342600"/>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zh-CN" sz="1600">
                <a:latin typeface="Verdana"/>
                <a:ea typeface="Verdana"/>
                <a:cs typeface="Verdana"/>
                <a:sym typeface="Verdana"/>
              </a:rPr>
              <a:t>Benifits</a:t>
            </a:r>
            <a:endParaRPr sz="1600"/>
          </a:p>
        </p:txBody>
      </p:sp>
      <p:sp>
        <p:nvSpPr>
          <p:cNvPr id="423" name="Google Shape;423;p47"/>
          <p:cNvSpPr/>
          <p:nvPr/>
        </p:nvSpPr>
        <p:spPr>
          <a:xfrm>
            <a:off x="336850" y="2515149"/>
            <a:ext cx="2326800" cy="342600"/>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zh-CN" sz="1600">
                <a:latin typeface="Verdana"/>
                <a:ea typeface="Verdana"/>
                <a:cs typeface="Verdana"/>
                <a:sym typeface="Verdana"/>
              </a:rPr>
              <a:t>When to use MTL</a:t>
            </a:r>
            <a:endParaRPr sz="1600"/>
          </a:p>
        </p:txBody>
      </p:sp>
      <p:sp>
        <p:nvSpPr>
          <p:cNvPr id="424" name="Google Shape;424;p47"/>
          <p:cNvSpPr txBox="1"/>
          <p:nvPr>
            <p:ph idx="1" type="body"/>
          </p:nvPr>
        </p:nvSpPr>
        <p:spPr>
          <a:xfrm>
            <a:off x="4191000" y="1444525"/>
            <a:ext cx="4235100" cy="885000"/>
          </a:xfrm>
          <a:prstGeom prst="rect">
            <a:avLst/>
          </a:prstGeom>
          <a:noFill/>
          <a:ln>
            <a:noFill/>
          </a:ln>
        </p:spPr>
        <p:txBody>
          <a:bodyPr anchorCtr="0" anchor="t" bIns="34275" lIns="68575" spcFirstLastPara="1" rIns="68575" wrap="square" tIns="34275">
            <a:normAutofit/>
          </a:bodyPr>
          <a:lstStyle/>
          <a:p>
            <a:pPr indent="-209550" lvl="0" marL="215900" rtl="0" algn="l">
              <a:spcBef>
                <a:spcPts val="1200"/>
              </a:spcBef>
              <a:spcAft>
                <a:spcPts val="0"/>
              </a:spcAft>
              <a:buSzPts val="1500"/>
              <a:buChar char="▪"/>
            </a:pPr>
            <a:r>
              <a:rPr lang="zh-CN"/>
              <a:t>Faster and Cheaper</a:t>
            </a:r>
            <a:endParaRPr/>
          </a:p>
          <a:p>
            <a:pPr indent="-209550" lvl="0" marL="215900" rtl="0" algn="l">
              <a:spcBef>
                <a:spcPts val="1200"/>
              </a:spcBef>
              <a:spcAft>
                <a:spcPts val="0"/>
              </a:spcAft>
              <a:buSzPts val="1500"/>
              <a:buChar char="▪"/>
            </a:pPr>
            <a:r>
              <a:rPr lang="zh-CN"/>
              <a:t>More Robust Predictions</a:t>
            </a:r>
            <a:endParaRPr/>
          </a:p>
        </p:txBody>
      </p:sp>
      <p:sp>
        <p:nvSpPr>
          <p:cNvPr id="425" name="Google Shape;425;p47"/>
          <p:cNvSpPr/>
          <p:nvPr/>
        </p:nvSpPr>
        <p:spPr>
          <a:xfrm>
            <a:off x="4191000" y="2515150"/>
            <a:ext cx="2326800" cy="342600"/>
          </a:xfrm>
          <a:prstGeom prst="rect">
            <a:avLst/>
          </a:prstGeom>
          <a:solidFill>
            <a:srgbClr val="FED34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zh-CN" sz="1600">
                <a:latin typeface="Verdana"/>
                <a:ea typeface="Verdana"/>
                <a:cs typeface="Verdana"/>
                <a:sym typeface="Verdana"/>
              </a:rPr>
              <a:t>When not to use MTL</a:t>
            </a:r>
            <a:endParaRPr sz="1600"/>
          </a:p>
        </p:txBody>
      </p:sp>
      <p:sp>
        <p:nvSpPr>
          <p:cNvPr id="426" name="Google Shape;426;p47"/>
          <p:cNvSpPr txBox="1"/>
          <p:nvPr>
            <p:ph idx="1" type="body"/>
          </p:nvPr>
        </p:nvSpPr>
        <p:spPr>
          <a:xfrm>
            <a:off x="336850" y="2968225"/>
            <a:ext cx="3854100" cy="1374600"/>
          </a:xfrm>
          <a:prstGeom prst="rect">
            <a:avLst/>
          </a:prstGeom>
          <a:noFill/>
          <a:ln>
            <a:noFill/>
          </a:ln>
        </p:spPr>
        <p:txBody>
          <a:bodyPr anchorCtr="0" anchor="t" bIns="34275" lIns="68575" spcFirstLastPara="1" rIns="68575" wrap="square" tIns="34275">
            <a:normAutofit/>
          </a:bodyPr>
          <a:lstStyle/>
          <a:p>
            <a:pPr indent="-209550" lvl="0" marL="215900" rtl="0" algn="l">
              <a:spcBef>
                <a:spcPts val="1200"/>
              </a:spcBef>
              <a:spcAft>
                <a:spcPts val="0"/>
              </a:spcAft>
              <a:buSzPts val="1500"/>
              <a:buChar char="▪"/>
            </a:pPr>
            <a:r>
              <a:rPr lang="zh-CN"/>
              <a:t>Tasks are related</a:t>
            </a:r>
            <a:endParaRPr/>
          </a:p>
          <a:p>
            <a:pPr indent="-209550" lvl="0" marL="215900" rtl="0" algn="l">
              <a:spcBef>
                <a:spcPts val="1200"/>
              </a:spcBef>
              <a:spcAft>
                <a:spcPts val="0"/>
              </a:spcAft>
              <a:buSzPts val="1500"/>
              <a:buChar char="▪"/>
            </a:pPr>
            <a:r>
              <a:rPr lang="zh-CN"/>
              <a:t>Share common features</a:t>
            </a:r>
            <a:endParaRPr/>
          </a:p>
          <a:p>
            <a:pPr indent="-209550" lvl="0" marL="215900" rtl="0" algn="l">
              <a:spcBef>
                <a:spcPts val="1200"/>
              </a:spcBef>
              <a:spcAft>
                <a:spcPts val="0"/>
              </a:spcAft>
              <a:buSzPts val="1500"/>
              <a:buChar char="▪"/>
            </a:pPr>
            <a:r>
              <a:rPr lang="zh-CN"/>
              <a:t>Can benefit from one another</a:t>
            </a:r>
            <a:endParaRPr/>
          </a:p>
        </p:txBody>
      </p:sp>
      <p:sp>
        <p:nvSpPr>
          <p:cNvPr id="427" name="Google Shape;427;p47"/>
          <p:cNvSpPr txBox="1"/>
          <p:nvPr>
            <p:ph idx="1" type="body"/>
          </p:nvPr>
        </p:nvSpPr>
        <p:spPr>
          <a:xfrm>
            <a:off x="4191000" y="2968225"/>
            <a:ext cx="4235100" cy="1374600"/>
          </a:xfrm>
          <a:prstGeom prst="rect">
            <a:avLst/>
          </a:prstGeom>
          <a:noFill/>
          <a:ln>
            <a:noFill/>
          </a:ln>
        </p:spPr>
        <p:txBody>
          <a:bodyPr anchorCtr="0" anchor="t" bIns="34275" lIns="68575" spcFirstLastPara="1" rIns="68575" wrap="square" tIns="34275">
            <a:normAutofit/>
          </a:bodyPr>
          <a:lstStyle/>
          <a:p>
            <a:pPr indent="-209550" lvl="0" marL="215900" rtl="0" algn="l">
              <a:spcBef>
                <a:spcPts val="1200"/>
              </a:spcBef>
              <a:spcAft>
                <a:spcPts val="0"/>
              </a:spcAft>
              <a:buSzPts val="1500"/>
              <a:buChar char="▪"/>
            </a:pPr>
            <a:r>
              <a:rPr lang="zh-CN"/>
              <a:t>Tasks are unrelated</a:t>
            </a:r>
            <a:endParaRPr/>
          </a:p>
          <a:p>
            <a:pPr indent="-209550" lvl="0" marL="215900" rtl="0" algn="l">
              <a:spcBef>
                <a:spcPts val="1200"/>
              </a:spcBef>
              <a:spcAft>
                <a:spcPts val="0"/>
              </a:spcAft>
              <a:buSzPts val="1500"/>
              <a:buChar char="▪"/>
            </a:pPr>
            <a:r>
              <a:rPr lang="zh-CN"/>
              <a:t>One task dominates the others</a:t>
            </a:r>
            <a:endParaRPr/>
          </a:p>
          <a:p>
            <a:pPr indent="-209550" lvl="0" marL="215900" rtl="0" algn="l">
              <a:spcBef>
                <a:spcPts val="1200"/>
              </a:spcBef>
              <a:spcAft>
                <a:spcPts val="0"/>
              </a:spcAft>
              <a:buSzPts val="1500"/>
              <a:buChar char="▪"/>
            </a:pPr>
            <a:r>
              <a:rPr lang="zh-CN"/>
              <a:t>Your tasks have conflicting goals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8"/>
          <p:cNvSpPr txBox="1"/>
          <p:nvPr>
            <p:ph type="title"/>
          </p:nvPr>
        </p:nvSpPr>
        <p:spPr>
          <a:xfrm>
            <a:off x="194912" y="325581"/>
            <a:ext cx="8677200" cy="6720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3000"/>
              <a:buFont typeface="Barlow Condensed"/>
              <a:buNone/>
            </a:pPr>
            <a:r>
              <a:rPr lang="zh-CN"/>
              <a:t>Multitask Learning Model – Global Empirical Risk </a:t>
            </a:r>
            <a:endParaRPr/>
          </a:p>
        </p:txBody>
      </p:sp>
      <p:sp>
        <p:nvSpPr>
          <p:cNvPr id="433" name="Google Shape;433;p48"/>
          <p:cNvSpPr txBox="1"/>
          <p:nvPr>
            <p:ph idx="11" type="ftr"/>
          </p:nvPr>
        </p:nvSpPr>
        <p:spPr>
          <a:xfrm>
            <a:off x="194912" y="4751482"/>
            <a:ext cx="3919800" cy="187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zh-CN"/>
              <a:t>PRESENTATION TITLE</a:t>
            </a:r>
            <a:endParaRPr/>
          </a:p>
        </p:txBody>
      </p:sp>
      <p:sp>
        <p:nvSpPr>
          <p:cNvPr id="434" name="Google Shape;434;p48"/>
          <p:cNvSpPr txBox="1"/>
          <p:nvPr>
            <p:ph idx="12" type="sldNum"/>
          </p:nvPr>
        </p:nvSpPr>
        <p:spPr>
          <a:xfrm>
            <a:off x="4191000" y="4751482"/>
            <a:ext cx="762000" cy="1878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r>
              <a:rPr lang="zh-CN"/>
              <a:t>PAGE  </a:t>
            </a:r>
            <a:fld id="{00000000-1234-1234-1234-123412341234}" type="slidenum">
              <a:rPr lang="zh-CN"/>
              <a:t>‹#›</a:t>
            </a:fld>
            <a:endParaRPr/>
          </a:p>
        </p:txBody>
      </p:sp>
      <p:pic>
        <p:nvPicPr>
          <p:cNvPr id="435" name="Google Shape;435;p48" title="Screenshot 2025-11-29 at 4.11.21 PM.png"/>
          <p:cNvPicPr preferRelativeResize="0"/>
          <p:nvPr/>
        </p:nvPicPr>
        <p:blipFill rotWithShape="1">
          <a:blip r:embed="rId3">
            <a:alphaModFix/>
          </a:blip>
          <a:srcRect b="9733" l="0" r="0" t="6864"/>
          <a:stretch/>
        </p:blipFill>
        <p:spPr>
          <a:xfrm>
            <a:off x="648402" y="1231004"/>
            <a:ext cx="5040451" cy="860025"/>
          </a:xfrm>
          <a:prstGeom prst="rect">
            <a:avLst/>
          </a:prstGeom>
          <a:noFill/>
          <a:ln>
            <a:noFill/>
          </a:ln>
        </p:spPr>
      </p:pic>
      <p:sp>
        <p:nvSpPr>
          <p:cNvPr id="436" name="Google Shape;436;p48"/>
          <p:cNvSpPr/>
          <p:nvPr/>
        </p:nvSpPr>
        <p:spPr>
          <a:xfrm>
            <a:off x="1590543" y="1221755"/>
            <a:ext cx="2932500" cy="860100"/>
          </a:xfrm>
          <a:prstGeom prst="rect">
            <a:avLst/>
          </a:prstGeom>
          <a:solidFill>
            <a:srgbClr val="000000">
              <a:alpha val="0"/>
            </a:srgbClr>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437" name="Google Shape;437;p48"/>
          <p:cNvSpPr/>
          <p:nvPr/>
        </p:nvSpPr>
        <p:spPr>
          <a:xfrm>
            <a:off x="4846618" y="1221755"/>
            <a:ext cx="899700" cy="860100"/>
          </a:xfrm>
          <a:prstGeom prst="rect">
            <a:avLst/>
          </a:prstGeom>
          <a:solidFill>
            <a:srgbClr val="000000">
              <a:alpha val="0"/>
            </a:srgbClr>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438" name="Google Shape;438;p48"/>
          <p:cNvSpPr txBox="1"/>
          <p:nvPr/>
        </p:nvSpPr>
        <p:spPr>
          <a:xfrm>
            <a:off x="476545" y="2141425"/>
            <a:ext cx="1679100" cy="90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zh-CN">
                <a:solidFill>
                  <a:schemeClr val="accent4"/>
                </a:solidFill>
                <a:latin typeface="Barlow Condensed"/>
                <a:ea typeface="Barlow Condensed"/>
                <a:cs typeface="Barlow Condensed"/>
                <a:sym typeface="Barlow Condensed"/>
              </a:rPr>
              <a:t>Total Weighted Loss</a:t>
            </a:r>
            <a:endParaRPr b="1" i="1">
              <a:solidFill>
                <a:schemeClr val="accent4"/>
              </a:solidFill>
              <a:latin typeface="Barlow Condensed"/>
              <a:ea typeface="Barlow Condensed"/>
              <a:cs typeface="Barlow Condensed"/>
              <a:sym typeface="Barlow Condensed"/>
            </a:endParaRPr>
          </a:p>
          <a:p>
            <a:pPr indent="-184150" lvl="0" marL="269999" rtl="0" algn="l">
              <a:spcBef>
                <a:spcPts val="600"/>
              </a:spcBef>
              <a:spcAft>
                <a:spcPts val="0"/>
              </a:spcAft>
              <a:buClr>
                <a:schemeClr val="accent4"/>
              </a:buClr>
              <a:buSzPts val="1400"/>
              <a:buFont typeface="Barlow Condensed"/>
              <a:buChar char="❏"/>
            </a:pPr>
            <a:r>
              <a:rPr lang="zh-CN">
                <a:solidFill>
                  <a:schemeClr val="accent4"/>
                </a:solidFill>
                <a:latin typeface="Barlow Condensed"/>
                <a:ea typeface="Barlow Condensed"/>
                <a:cs typeface="Barlow Condensed"/>
                <a:sym typeface="Barlow Condensed"/>
              </a:rPr>
              <a:t>over all data points</a:t>
            </a:r>
            <a:endParaRPr>
              <a:solidFill>
                <a:schemeClr val="accent4"/>
              </a:solidFill>
              <a:latin typeface="Barlow Condensed"/>
              <a:ea typeface="Barlow Condensed"/>
              <a:cs typeface="Barlow Condensed"/>
              <a:sym typeface="Barlow Condensed"/>
            </a:endParaRPr>
          </a:p>
          <a:p>
            <a:pPr indent="-184150" lvl="0" marL="269999" rtl="0" algn="l">
              <a:spcBef>
                <a:spcPts val="0"/>
              </a:spcBef>
              <a:spcAft>
                <a:spcPts val="0"/>
              </a:spcAft>
              <a:buClr>
                <a:schemeClr val="accent4"/>
              </a:buClr>
              <a:buSzPts val="1400"/>
              <a:buFont typeface="Barlow Condensed"/>
              <a:buChar char="❏"/>
            </a:pPr>
            <a:r>
              <a:rPr lang="zh-CN">
                <a:solidFill>
                  <a:schemeClr val="accent4"/>
                </a:solidFill>
                <a:latin typeface="Barlow Condensed"/>
                <a:ea typeface="Barlow Condensed"/>
                <a:cs typeface="Barlow Condensed"/>
                <a:sym typeface="Barlow Condensed"/>
              </a:rPr>
              <a:t>over all tasks</a:t>
            </a:r>
            <a:endParaRPr>
              <a:solidFill>
                <a:schemeClr val="accent4"/>
              </a:solidFill>
              <a:latin typeface="Barlow Condensed"/>
              <a:ea typeface="Barlow Condensed"/>
              <a:cs typeface="Barlow Condensed"/>
              <a:sym typeface="Barlow Condensed"/>
            </a:endParaRPr>
          </a:p>
        </p:txBody>
      </p:sp>
      <p:sp>
        <p:nvSpPr>
          <p:cNvPr id="439" name="Google Shape;439;p48"/>
          <p:cNvSpPr txBox="1"/>
          <p:nvPr/>
        </p:nvSpPr>
        <p:spPr>
          <a:xfrm>
            <a:off x="6013825" y="1743625"/>
            <a:ext cx="2675400" cy="10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zh-CN">
                <a:solidFill>
                  <a:schemeClr val="accent5"/>
                </a:solidFill>
                <a:latin typeface="Barlow Condensed"/>
                <a:ea typeface="Barlow Condensed"/>
                <a:cs typeface="Barlow Condensed"/>
                <a:sym typeface="Barlow Condensed"/>
              </a:rPr>
              <a:t>Regularization</a:t>
            </a:r>
            <a:endParaRPr b="1" i="1">
              <a:solidFill>
                <a:schemeClr val="accent5"/>
              </a:solidFill>
              <a:latin typeface="Barlow Condensed"/>
              <a:ea typeface="Barlow Condensed"/>
              <a:cs typeface="Barlow Condensed"/>
              <a:sym typeface="Barlow Condensed"/>
            </a:endParaRPr>
          </a:p>
          <a:p>
            <a:pPr indent="-184150" lvl="0" marL="269999" rtl="0" algn="l">
              <a:spcBef>
                <a:spcPts val="600"/>
              </a:spcBef>
              <a:spcAft>
                <a:spcPts val="0"/>
              </a:spcAft>
              <a:buClr>
                <a:schemeClr val="accent5"/>
              </a:buClr>
              <a:buSzPts val="1400"/>
              <a:buFont typeface="Barlow Condensed"/>
              <a:buChar char="❏"/>
            </a:pPr>
            <a:r>
              <a:rPr lang="zh-CN">
                <a:solidFill>
                  <a:schemeClr val="accent5"/>
                </a:solidFill>
                <a:latin typeface="Barlow Condensed"/>
                <a:ea typeface="Barlow Condensed"/>
                <a:cs typeface="Barlow Condensed"/>
                <a:sym typeface="Barlow Condensed"/>
              </a:rPr>
              <a:t>reduce overfitting</a:t>
            </a:r>
            <a:endParaRPr>
              <a:solidFill>
                <a:schemeClr val="accent5"/>
              </a:solidFill>
              <a:latin typeface="Barlow Condensed"/>
              <a:ea typeface="Barlow Condensed"/>
              <a:cs typeface="Barlow Condensed"/>
              <a:sym typeface="Barlow Condensed"/>
            </a:endParaRPr>
          </a:p>
          <a:p>
            <a:pPr indent="-184150" lvl="0" marL="269999" rtl="0" algn="l">
              <a:spcBef>
                <a:spcPts val="0"/>
              </a:spcBef>
              <a:spcAft>
                <a:spcPts val="0"/>
              </a:spcAft>
              <a:buClr>
                <a:schemeClr val="accent5"/>
              </a:buClr>
              <a:buSzPts val="1400"/>
              <a:buFont typeface="Barlow Condensed"/>
              <a:buChar char="❏"/>
            </a:pPr>
            <a:r>
              <a:rPr lang="zh-CN">
                <a:solidFill>
                  <a:schemeClr val="accent5"/>
                </a:solidFill>
                <a:latin typeface="Barlow Condensed"/>
                <a:ea typeface="Barlow Condensed"/>
                <a:cs typeface="Barlow Condensed"/>
                <a:sym typeface="Barlow Condensed"/>
              </a:rPr>
              <a:t>keep the shared layers smooth</a:t>
            </a:r>
            <a:endParaRPr>
              <a:solidFill>
                <a:schemeClr val="accent5"/>
              </a:solidFill>
              <a:latin typeface="Barlow Condensed"/>
              <a:ea typeface="Barlow Condensed"/>
              <a:cs typeface="Barlow Condensed"/>
              <a:sym typeface="Barlow Condensed"/>
            </a:endParaRPr>
          </a:p>
          <a:p>
            <a:pPr indent="-184150" lvl="0" marL="269999" rtl="0" algn="l">
              <a:spcBef>
                <a:spcPts val="0"/>
              </a:spcBef>
              <a:spcAft>
                <a:spcPts val="0"/>
              </a:spcAft>
              <a:buClr>
                <a:schemeClr val="accent5"/>
              </a:buClr>
              <a:buSzPts val="1400"/>
              <a:buFont typeface="Barlow Condensed"/>
              <a:buChar char="❏"/>
            </a:pPr>
            <a:r>
              <a:rPr lang="zh-CN">
                <a:solidFill>
                  <a:schemeClr val="accent5"/>
                </a:solidFill>
                <a:latin typeface="Barlow Condensed"/>
                <a:ea typeface="Barlow Condensed"/>
                <a:cs typeface="Barlow Condensed"/>
                <a:sym typeface="Barlow Condensed"/>
              </a:rPr>
              <a:t>ensure the model generalizes better</a:t>
            </a:r>
            <a:endParaRPr>
              <a:solidFill>
                <a:schemeClr val="accent5"/>
              </a:solidFill>
              <a:latin typeface="Barlow Condensed"/>
              <a:ea typeface="Barlow Condensed"/>
              <a:cs typeface="Barlow Condensed"/>
              <a:sym typeface="Barlow Condensed"/>
            </a:endParaRPr>
          </a:p>
        </p:txBody>
      </p:sp>
      <p:cxnSp>
        <p:nvCxnSpPr>
          <p:cNvPr id="440" name="Google Shape;440;p48"/>
          <p:cNvCxnSpPr>
            <a:stCxn id="438" idx="3"/>
            <a:endCxn id="436" idx="2"/>
          </p:cNvCxnSpPr>
          <p:nvPr/>
        </p:nvCxnSpPr>
        <p:spPr>
          <a:xfrm flipH="1" rot="10800000">
            <a:off x="2155645" y="2081725"/>
            <a:ext cx="901200" cy="511800"/>
          </a:xfrm>
          <a:prstGeom prst="bentConnector2">
            <a:avLst/>
          </a:prstGeom>
          <a:noFill/>
          <a:ln cap="flat" cmpd="sng" w="19050">
            <a:solidFill>
              <a:schemeClr val="accent4"/>
            </a:solidFill>
            <a:prstDash val="solid"/>
            <a:round/>
            <a:headEnd len="med" w="med" type="none"/>
            <a:tailEnd len="med" w="med" type="triangle"/>
          </a:ln>
        </p:spPr>
      </p:cxnSp>
      <p:cxnSp>
        <p:nvCxnSpPr>
          <p:cNvPr id="441" name="Google Shape;441;p48"/>
          <p:cNvCxnSpPr>
            <a:stCxn id="437" idx="2"/>
          </p:cNvCxnSpPr>
          <p:nvPr/>
        </p:nvCxnSpPr>
        <p:spPr>
          <a:xfrm flipH="1" rot="-5400000">
            <a:off x="5372068" y="2006255"/>
            <a:ext cx="524100" cy="675300"/>
          </a:xfrm>
          <a:prstGeom prst="bentConnector2">
            <a:avLst/>
          </a:prstGeom>
          <a:noFill/>
          <a:ln cap="flat" cmpd="sng" w="19050">
            <a:solidFill>
              <a:schemeClr val="accent5"/>
            </a:solidFill>
            <a:prstDash val="solid"/>
            <a:round/>
            <a:headEnd len="med" w="med" type="triangle"/>
            <a:tailEnd len="med" w="med" type="none"/>
          </a:ln>
        </p:spPr>
      </p:cxnSp>
      <p:sp>
        <p:nvSpPr>
          <p:cNvPr id="442" name="Google Shape;442;p48"/>
          <p:cNvSpPr txBox="1"/>
          <p:nvPr/>
        </p:nvSpPr>
        <p:spPr>
          <a:xfrm>
            <a:off x="476550" y="3195225"/>
            <a:ext cx="5693400" cy="10989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Font typeface="Georgia"/>
              <a:buChar char="●"/>
            </a:pPr>
            <a:r>
              <a:rPr lang="zh-CN" sz="1800">
                <a:solidFill>
                  <a:schemeClr val="dk1"/>
                </a:solidFill>
                <a:latin typeface="Georgia"/>
                <a:ea typeface="Georgia"/>
                <a:cs typeface="Georgia"/>
                <a:sym typeface="Georgia"/>
              </a:rPr>
              <a:t>Each task </a:t>
            </a:r>
            <a:r>
              <a:rPr b="1" i="1" lang="zh-CN" sz="1800">
                <a:solidFill>
                  <a:schemeClr val="dk1"/>
                </a:solidFill>
                <a:latin typeface="Georgia"/>
                <a:ea typeface="Georgia"/>
                <a:cs typeface="Georgia"/>
                <a:sym typeface="Georgia"/>
              </a:rPr>
              <a:t>m</a:t>
            </a:r>
            <a:r>
              <a:rPr lang="zh-CN" sz="1800">
                <a:solidFill>
                  <a:schemeClr val="dk1"/>
                </a:solidFill>
                <a:latin typeface="Georgia"/>
                <a:ea typeface="Georgia"/>
                <a:cs typeface="Georgia"/>
                <a:sym typeface="Georgia"/>
              </a:rPr>
              <a:t> has its own loss function</a:t>
            </a:r>
            <a:r>
              <a:rPr i="1" lang="zh-CN" sz="1800">
                <a:solidFill>
                  <a:schemeClr val="dk1"/>
                </a:solidFill>
                <a:latin typeface="Georgia"/>
                <a:ea typeface="Georgia"/>
                <a:cs typeface="Georgia"/>
                <a:sym typeface="Georgia"/>
              </a:rPr>
              <a:t> </a:t>
            </a:r>
            <a:r>
              <a:rPr b="1" i="1" lang="zh-CN" sz="1800">
                <a:solidFill>
                  <a:schemeClr val="dk1"/>
                </a:solidFill>
                <a:latin typeface="Georgia"/>
                <a:ea typeface="Georgia"/>
                <a:cs typeface="Georgia"/>
                <a:sym typeface="Georgia"/>
              </a:rPr>
              <a:t>l</a:t>
            </a:r>
            <a:r>
              <a:rPr b="1" baseline="-25000" i="1" lang="zh-CN" sz="1800">
                <a:solidFill>
                  <a:schemeClr val="dk1"/>
                </a:solidFill>
                <a:latin typeface="Georgia"/>
                <a:ea typeface="Georgia"/>
                <a:cs typeface="Georgia"/>
                <a:sym typeface="Georgia"/>
              </a:rPr>
              <a:t>m</a:t>
            </a:r>
            <a:endParaRPr b="1" sz="1800">
              <a:solidFill>
                <a:schemeClr val="dk1"/>
              </a:solidFill>
              <a:latin typeface="Georgia"/>
              <a:ea typeface="Georgia"/>
              <a:cs typeface="Georgia"/>
              <a:sym typeface="Georgia"/>
            </a:endParaRPr>
          </a:p>
          <a:p>
            <a:pPr indent="-342900" lvl="0" marL="457200" rtl="0" algn="l">
              <a:lnSpc>
                <a:spcPct val="115000"/>
              </a:lnSpc>
              <a:spcBef>
                <a:spcPts val="0"/>
              </a:spcBef>
              <a:spcAft>
                <a:spcPts val="0"/>
              </a:spcAft>
              <a:buClr>
                <a:schemeClr val="dk1"/>
              </a:buClr>
              <a:buSzPts val="1800"/>
              <a:buFont typeface="Georgia"/>
              <a:buChar char="●"/>
            </a:pPr>
            <a:r>
              <a:rPr lang="zh-CN" sz="1800">
                <a:solidFill>
                  <a:schemeClr val="dk1"/>
                </a:solidFill>
                <a:latin typeface="Georgia"/>
                <a:ea typeface="Georgia"/>
                <a:cs typeface="Georgia"/>
                <a:sym typeface="Georgia"/>
              </a:rPr>
              <a:t>Each task has a weight </a:t>
            </a:r>
            <a:r>
              <a:rPr b="1" i="1" lang="zh-CN" sz="1800">
                <a:solidFill>
                  <a:schemeClr val="dk1"/>
                </a:solidFill>
                <a:latin typeface="Georgia"/>
                <a:ea typeface="Georgia"/>
                <a:cs typeface="Georgia"/>
                <a:sym typeface="Georgia"/>
              </a:rPr>
              <a:t>s</a:t>
            </a:r>
            <a:r>
              <a:rPr b="1" baseline="-25000" i="1" lang="zh-CN" sz="1800">
                <a:solidFill>
                  <a:schemeClr val="dk1"/>
                </a:solidFill>
                <a:latin typeface="Georgia"/>
                <a:ea typeface="Georgia"/>
                <a:cs typeface="Georgia"/>
                <a:sym typeface="Georgia"/>
              </a:rPr>
              <a:t>m</a:t>
            </a:r>
            <a:endParaRPr b="1" sz="1800">
              <a:solidFill>
                <a:schemeClr val="dk1"/>
              </a:solidFill>
              <a:latin typeface="Georgia"/>
              <a:ea typeface="Georgia"/>
              <a:cs typeface="Georgia"/>
              <a:sym typeface="Georgia"/>
            </a:endParaRPr>
          </a:p>
          <a:p>
            <a:pPr indent="-342900" lvl="0" marL="457200" rtl="0" algn="l">
              <a:lnSpc>
                <a:spcPct val="115000"/>
              </a:lnSpc>
              <a:spcBef>
                <a:spcPts val="0"/>
              </a:spcBef>
              <a:spcAft>
                <a:spcPts val="0"/>
              </a:spcAft>
              <a:buClr>
                <a:schemeClr val="dk1"/>
              </a:buClr>
              <a:buSzPts val="1800"/>
              <a:buFont typeface="Georgia"/>
              <a:buChar char="●"/>
            </a:pPr>
            <a:r>
              <a:rPr lang="zh-CN" sz="1800">
                <a:solidFill>
                  <a:schemeClr val="dk1"/>
                </a:solidFill>
                <a:latin typeface="Georgia"/>
                <a:ea typeface="Georgia"/>
                <a:cs typeface="Georgia"/>
                <a:sym typeface="Georgia"/>
              </a:rPr>
              <a:t>In our MTL model, tasks are </a:t>
            </a:r>
            <a:r>
              <a:rPr lang="zh-CN" sz="1800">
                <a:solidFill>
                  <a:schemeClr val="dk1"/>
                </a:solidFill>
                <a:latin typeface="Georgia"/>
                <a:ea typeface="Georgia"/>
                <a:cs typeface="Georgia"/>
                <a:sym typeface="Georgia"/>
              </a:rPr>
              <a:t>equally</a:t>
            </a:r>
            <a:r>
              <a:rPr lang="zh-CN" sz="1800">
                <a:solidFill>
                  <a:schemeClr val="dk1"/>
                </a:solidFill>
                <a:latin typeface="Georgia"/>
                <a:ea typeface="Georgia"/>
                <a:cs typeface="Georgia"/>
                <a:sym typeface="Georgia"/>
              </a:rPr>
              <a:t> weighted</a:t>
            </a:r>
            <a:endParaRPr b="1" sz="1800">
              <a:solidFill>
                <a:schemeClr val="dk1"/>
              </a:solidFill>
              <a:latin typeface="Georgia"/>
              <a:ea typeface="Georgia"/>
              <a:cs typeface="Georgia"/>
              <a:sym typeface="Georg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9"/>
          <p:cNvSpPr txBox="1"/>
          <p:nvPr>
            <p:ph type="title"/>
          </p:nvPr>
        </p:nvSpPr>
        <p:spPr>
          <a:xfrm>
            <a:off x="194912" y="325581"/>
            <a:ext cx="8677200" cy="6720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CN"/>
              <a:t>Data Collection</a:t>
            </a:r>
            <a:endParaRPr/>
          </a:p>
        </p:txBody>
      </p:sp>
      <p:sp>
        <p:nvSpPr>
          <p:cNvPr id="448" name="Google Shape;448;p49"/>
          <p:cNvSpPr txBox="1"/>
          <p:nvPr>
            <p:ph idx="1" type="body"/>
          </p:nvPr>
        </p:nvSpPr>
        <p:spPr>
          <a:xfrm>
            <a:off x="194890" y="1059875"/>
            <a:ext cx="7809300" cy="3442800"/>
          </a:xfrm>
          <a:prstGeom prst="rect">
            <a:avLst/>
          </a:prstGeom>
        </p:spPr>
        <p:txBody>
          <a:bodyPr anchorCtr="0" anchor="t" bIns="34275" lIns="68575" spcFirstLastPara="1" rIns="68575" wrap="square" tIns="34275">
            <a:noAutofit/>
          </a:bodyPr>
          <a:lstStyle/>
          <a:p>
            <a:pPr indent="0" lvl="0" marL="0" rtl="0" algn="l">
              <a:lnSpc>
                <a:spcPct val="80000"/>
              </a:lnSpc>
              <a:spcBef>
                <a:spcPts val="600"/>
              </a:spcBef>
              <a:spcAft>
                <a:spcPts val="0"/>
              </a:spcAft>
              <a:buClr>
                <a:schemeClr val="dk1"/>
              </a:buClr>
              <a:buSzPts val="935"/>
              <a:buFont typeface="Arial"/>
              <a:buNone/>
            </a:pPr>
            <a:r>
              <a:rPr lang="zh-CN" sz="1729"/>
              <a:t>Historical data obtained from yfinance.</a:t>
            </a:r>
            <a:endParaRPr sz="1729"/>
          </a:p>
          <a:p>
            <a:pPr indent="0" lvl="0" marL="0" rtl="0" algn="l">
              <a:lnSpc>
                <a:spcPct val="80000"/>
              </a:lnSpc>
              <a:spcBef>
                <a:spcPts val="600"/>
              </a:spcBef>
              <a:spcAft>
                <a:spcPts val="0"/>
              </a:spcAft>
              <a:buClr>
                <a:schemeClr val="dk1"/>
              </a:buClr>
              <a:buSzPts val="935"/>
              <a:buFont typeface="Arial"/>
              <a:buNone/>
            </a:pPr>
            <a:r>
              <a:t/>
            </a:r>
            <a:endParaRPr sz="1729"/>
          </a:p>
          <a:p>
            <a:pPr indent="0" lvl="0" marL="0" rtl="0" algn="l">
              <a:lnSpc>
                <a:spcPct val="80000"/>
              </a:lnSpc>
              <a:spcBef>
                <a:spcPts val="600"/>
              </a:spcBef>
              <a:spcAft>
                <a:spcPts val="0"/>
              </a:spcAft>
              <a:buClr>
                <a:schemeClr val="dk1"/>
              </a:buClr>
              <a:buSzPts val="935"/>
              <a:buFont typeface="Arial"/>
              <a:buNone/>
            </a:pPr>
            <a:r>
              <a:rPr lang="zh-CN" sz="1729"/>
              <a:t>We request the adjusted closing prices for three tickers:</a:t>
            </a:r>
            <a:endParaRPr sz="1729"/>
          </a:p>
          <a:p>
            <a:pPr indent="0" lvl="0" marL="0" rtl="0" algn="l">
              <a:lnSpc>
                <a:spcPct val="80000"/>
              </a:lnSpc>
              <a:spcBef>
                <a:spcPts val="600"/>
              </a:spcBef>
              <a:spcAft>
                <a:spcPts val="0"/>
              </a:spcAft>
              <a:buClr>
                <a:schemeClr val="dk1"/>
              </a:buClr>
              <a:buSzPts val="935"/>
              <a:buFont typeface="Arial"/>
              <a:buNone/>
            </a:pPr>
            <a:r>
              <a:rPr lang="zh-CN" sz="1729"/>
              <a:t>GLD – Gold ETF</a:t>
            </a:r>
            <a:endParaRPr sz="1729"/>
          </a:p>
          <a:p>
            <a:pPr indent="0" lvl="0" marL="0" rtl="0" algn="l">
              <a:lnSpc>
                <a:spcPct val="80000"/>
              </a:lnSpc>
              <a:spcBef>
                <a:spcPts val="600"/>
              </a:spcBef>
              <a:spcAft>
                <a:spcPts val="0"/>
              </a:spcAft>
              <a:buClr>
                <a:schemeClr val="dk1"/>
              </a:buClr>
              <a:buSzPts val="935"/>
              <a:buFont typeface="Arial"/>
              <a:buNone/>
            </a:pPr>
            <a:r>
              <a:rPr lang="zh-CN" sz="1729"/>
              <a:t>^GSPC – S&amp;P 500 Index</a:t>
            </a:r>
            <a:endParaRPr sz="1729"/>
          </a:p>
          <a:p>
            <a:pPr indent="0" lvl="0" marL="0" rtl="0" algn="l">
              <a:lnSpc>
                <a:spcPct val="80000"/>
              </a:lnSpc>
              <a:spcBef>
                <a:spcPts val="600"/>
              </a:spcBef>
              <a:spcAft>
                <a:spcPts val="0"/>
              </a:spcAft>
              <a:buClr>
                <a:schemeClr val="dk1"/>
              </a:buClr>
              <a:buSzPts val="935"/>
              <a:buFont typeface="Arial"/>
              <a:buNone/>
            </a:pPr>
            <a:r>
              <a:rPr lang="zh-CN" sz="1729"/>
              <a:t>AAPL – Apple Inc. stock</a:t>
            </a:r>
            <a:endParaRPr sz="1729"/>
          </a:p>
          <a:p>
            <a:pPr indent="0" lvl="0" marL="0" rtl="0" algn="l">
              <a:lnSpc>
                <a:spcPct val="80000"/>
              </a:lnSpc>
              <a:spcBef>
                <a:spcPts val="600"/>
              </a:spcBef>
              <a:spcAft>
                <a:spcPts val="0"/>
              </a:spcAft>
              <a:buClr>
                <a:schemeClr val="dk1"/>
              </a:buClr>
              <a:buSzPts val="935"/>
              <a:buFont typeface="Arial"/>
              <a:buNone/>
            </a:pPr>
            <a:r>
              <a:t/>
            </a:r>
            <a:endParaRPr sz="1729"/>
          </a:p>
          <a:p>
            <a:pPr indent="0" lvl="0" marL="0" rtl="0" algn="l">
              <a:lnSpc>
                <a:spcPct val="80000"/>
              </a:lnSpc>
              <a:spcBef>
                <a:spcPts val="600"/>
              </a:spcBef>
              <a:spcAft>
                <a:spcPts val="0"/>
              </a:spcAft>
              <a:buClr>
                <a:schemeClr val="dk1"/>
              </a:buClr>
              <a:buSzPts val="935"/>
              <a:buFont typeface="Arial"/>
              <a:buNone/>
            </a:pPr>
            <a:r>
              <a:rPr lang="zh-CN" sz="1729"/>
              <a:t>Cleaning steps:</a:t>
            </a:r>
            <a:endParaRPr sz="1729"/>
          </a:p>
          <a:p>
            <a:pPr indent="0" lvl="0" marL="0" rtl="0" algn="l">
              <a:lnSpc>
                <a:spcPct val="80000"/>
              </a:lnSpc>
              <a:spcBef>
                <a:spcPts val="600"/>
              </a:spcBef>
              <a:spcAft>
                <a:spcPts val="0"/>
              </a:spcAft>
              <a:buClr>
                <a:schemeClr val="dk1"/>
              </a:buClr>
              <a:buSzPts val="935"/>
              <a:buFont typeface="Arial"/>
              <a:buNone/>
            </a:pPr>
            <a:r>
              <a:rPr lang="zh-CN" sz="1729"/>
              <a:t>1 Align timestamps</a:t>
            </a:r>
            <a:endParaRPr sz="1729"/>
          </a:p>
          <a:p>
            <a:pPr indent="0" lvl="0" marL="0" rtl="0" algn="l">
              <a:lnSpc>
                <a:spcPct val="80000"/>
              </a:lnSpc>
              <a:spcBef>
                <a:spcPts val="600"/>
              </a:spcBef>
              <a:spcAft>
                <a:spcPts val="0"/>
              </a:spcAft>
              <a:buClr>
                <a:schemeClr val="dk1"/>
              </a:buClr>
              <a:buSzPts val="935"/>
              <a:buFont typeface="Arial"/>
              <a:buNone/>
            </a:pPr>
            <a:r>
              <a:rPr lang="zh-CN" sz="1729"/>
              <a:t>2 Handle missing values</a:t>
            </a:r>
            <a:endParaRPr sz="1729"/>
          </a:p>
          <a:p>
            <a:pPr indent="0" lvl="0" marL="0" rtl="0" algn="l">
              <a:lnSpc>
                <a:spcPct val="80000"/>
              </a:lnSpc>
              <a:spcBef>
                <a:spcPts val="600"/>
              </a:spcBef>
              <a:spcAft>
                <a:spcPts val="0"/>
              </a:spcAft>
              <a:buClr>
                <a:schemeClr val="dk1"/>
              </a:buClr>
              <a:buSzPts val="935"/>
              <a:buFont typeface="Arial"/>
              <a:buNone/>
            </a:pPr>
            <a:r>
              <a:rPr lang="zh-CN" sz="1729"/>
              <a:t>3 Train: 70%, Val: 15%, Test: 15%</a:t>
            </a:r>
            <a:endParaRPr sz="1729"/>
          </a:p>
          <a:p>
            <a:pPr indent="0" lvl="0" marL="0" rtl="0" algn="l">
              <a:lnSpc>
                <a:spcPct val="80000"/>
              </a:lnSpc>
              <a:spcBef>
                <a:spcPts val="600"/>
              </a:spcBef>
              <a:spcAft>
                <a:spcPts val="0"/>
              </a:spcAft>
              <a:buClr>
                <a:schemeClr val="dk1"/>
              </a:buClr>
              <a:buSzPts val="935"/>
              <a:buFont typeface="Arial"/>
              <a:buNone/>
            </a:pPr>
            <a:r>
              <a:t/>
            </a:r>
            <a:endParaRPr sz="1729"/>
          </a:p>
          <a:p>
            <a:pPr indent="0" lvl="0" marL="0" rtl="0" algn="l">
              <a:lnSpc>
                <a:spcPct val="80000"/>
              </a:lnSpc>
              <a:spcBef>
                <a:spcPts val="600"/>
              </a:spcBef>
              <a:spcAft>
                <a:spcPts val="600"/>
              </a:spcAft>
              <a:buSzPts val="935"/>
              <a:buNone/>
            </a:pPr>
            <a:r>
              <a:t/>
            </a:r>
            <a:endParaRPr sz="1729"/>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0"/>
          <p:cNvSpPr txBox="1"/>
          <p:nvPr>
            <p:ph type="title"/>
          </p:nvPr>
        </p:nvSpPr>
        <p:spPr>
          <a:xfrm>
            <a:off x="194912" y="325581"/>
            <a:ext cx="8677200" cy="6720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CN"/>
              <a:t>Sliding Window Method</a:t>
            </a:r>
            <a:endParaRPr/>
          </a:p>
        </p:txBody>
      </p:sp>
      <p:sp>
        <p:nvSpPr>
          <p:cNvPr id="454" name="Google Shape;454;p50"/>
          <p:cNvSpPr txBox="1"/>
          <p:nvPr>
            <p:ph idx="1" type="body"/>
          </p:nvPr>
        </p:nvSpPr>
        <p:spPr>
          <a:xfrm>
            <a:off x="194888" y="1017600"/>
            <a:ext cx="8677200" cy="3442800"/>
          </a:xfrm>
          <a:prstGeom prst="rect">
            <a:avLst/>
          </a:prstGeom>
        </p:spPr>
        <p:txBody>
          <a:bodyPr anchorCtr="0" anchor="t" bIns="34275" lIns="68575" spcFirstLastPara="1" rIns="68575" wrap="square" tIns="34275">
            <a:normAutofit lnSpcReduction="10000"/>
          </a:bodyPr>
          <a:lstStyle/>
          <a:p>
            <a:pPr indent="0" lvl="0" marL="0" rtl="0" algn="l">
              <a:spcBef>
                <a:spcPts val="600"/>
              </a:spcBef>
              <a:spcAft>
                <a:spcPts val="0"/>
              </a:spcAft>
              <a:buClr>
                <a:schemeClr val="dk1"/>
              </a:buClr>
              <a:buSzPts val="1100"/>
              <a:buFont typeface="Arial"/>
              <a:buNone/>
            </a:pPr>
            <a:r>
              <a:rPr lang="zh-CN"/>
              <a:t>Time series prediction requires choosing how many past observations</a:t>
            </a:r>
            <a:endParaRPr/>
          </a:p>
          <a:p>
            <a:pPr indent="0" lvl="0" marL="0" rtl="0" algn="l">
              <a:spcBef>
                <a:spcPts val="600"/>
              </a:spcBef>
              <a:spcAft>
                <a:spcPts val="0"/>
              </a:spcAft>
              <a:buClr>
                <a:schemeClr val="dk1"/>
              </a:buClr>
              <a:buSzPts val="1100"/>
              <a:buFont typeface="Arial"/>
              <a:buNone/>
            </a:pPr>
            <a:r>
              <a:rPr lang="zh-CN"/>
              <a:t>to include.</a:t>
            </a:r>
            <a:endParaRPr/>
          </a:p>
          <a:p>
            <a:pPr indent="0" lvl="0" marL="0" rtl="0" algn="l">
              <a:spcBef>
                <a:spcPts val="600"/>
              </a:spcBef>
              <a:spcAft>
                <a:spcPts val="0"/>
              </a:spcAft>
              <a:buClr>
                <a:schemeClr val="dk1"/>
              </a:buClr>
              <a:buSzPts val="1100"/>
              <a:buFont typeface="Arial"/>
              <a:buNone/>
            </a:pPr>
            <a:r>
              <a:rPr lang="zh-CN"/>
              <a:t>Let W denote the window size (150).</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rPr lang="zh-CN"/>
              <a:t>For each day in the loop of range(WINDOW, N) we collect training sample:</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600"/>
              </a:spcAft>
              <a:buNone/>
            </a:pPr>
            <a:r>
              <a:t/>
            </a:r>
            <a:endParaRPr/>
          </a:p>
        </p:txBody>
      </p:sp>
      <p:pic>
        <p:nvPicPr>
          <p:cNvPr id="455" name="Google Shape;455;p50"/>
          <p:cNvPicPr preferRelativeResize="0"/>
          <p:nvPr/>
        </p:nvPicPr>
        <p:blipFill rotWithShape="1">
          <a:blip r:embed="rId3">
            <a:alphaModFix/>
          </a:blip>
          <a:srcRect b="26822" l="5850" r="7599" t="28264"/>
          <a:stretch/>
        </p:blipFill>
        <p:spPr>
          <a:xfrm>
            <a:off x="194900" y="1958766"/>
            <a:ext cx="3707651" cy="450925"/>
          </a:xfrm>
          <a:prstGeom prst="rect">
            <a:avLst/>
          </a:prstGeom>
          <a:noFill/>
          <a:ln>
            <a:noFill/>
          </a:ln>
        </p:spPr>
      </p:pic>
      <p:pic>
        <p:nvPicPr>
          <p:cNvPr id="456" name="Google Shape;456;p50"/>
          <p:cNvPicPr preferRelativeResize="0"/>
          <p:nvPr/>
        </p:nvPicPr>
        <p:blipFill rotWithShape="1">
          <a:blip r:embed="rId4">
            <a:alphaModFix/>
          </a:blip>
          <a:srcRect b="9874" l="4240" r="7052" t="20293"/>
          <a:stretch/>
        </p:blipFill>
        <p:spPr>
          <a:xfrm>
            <a:off x="267750" y="3311550"/>
            <a:ext cx="4304250" cy="143745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1"/>
          <p:cNvSpPr txBox="1"/>
          <p:nvPr>
            <p:ph type="title"/>
          </p:nvPr>
        </p:nvSpPr>
        <p:spPr>
          <a:xfrm>
            <a:off x="194912" y="325581"/>
            <a:ext cx="8677200" cy="6720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CN"/>
              <a:t>Feature Construction</a:t>
            </a:r>
            <a:endParaRPr/>
          </a:p>
        </p:txBody>
      </p:sp>
      <p:sp>
        <p:nvSpPr>
          <p:cNvPr id="462" name="Google Shape;462;p51"/>
          <p:cNvSpPr txBox="1"/>
          <p:nvPr>
            <p:ph idx="1" type="body"/>
          </p:nvPr>
        </p:nvSpPr>
        <p:spPr>
          <a:xfrm>
            <a:off x="194888" y="1059875"/>
            <a:ext cx="8677200" cy="3442800"/>
          </a:xfrm>
          <a:prstGeom prst="rect">
            <a:avLst/>
          </a:prstGeom>
        </p:spPr>
        <p:txBody>
          <a:bodyPr anchorCtr="0" anchor="t" bIns="34275" lIns="68575" spcFirstLastPara="1" rIns="68575" wrap="square" tIns="34275">
            <a:noAutofit/>
          </a:bodyPr>
          <a:lstStyle/>
          <a:p>
            <a:pPr indent="0" lvl="0" marL="0" rtl="0" algn="l">
              <a:lnSpc>
                <a:spcPct val="80000"/>
              </a:lnSpc>
              <a:spcBef>
                <a:spcPts val="600"/>
              </a:spcBef>
              <a:spcAft>
                <a:spcPts val="0"/>
              </a:spcAft>
              <a:buClr>
                <a:schemeClr val="dk1"/>
              </a:buClr>
              <a:buSzPts val="935"/>
              <a:buFont typeface="Arial"/>
              <a:buNone/>
            </a:pPr>
            <a:r>
              <a:rPr lang="zh-CN" sz="1629"/>
              <a:t>Feature Construction: turning raw market data into a form that the neural network can effectively learn from.</a:t>
            </a:r>
            <a:endParaRPr sz="1629"/>
          </a:p>
          <a:p>
            <a:pPr indent="0" lvl="0" marL="0" rtl="0" algn="l">
              <a:lnSpc>
                <a:spcPct val="80000"/>
              </a:lnSpc>
              <a:spcBef>
                <a:spcPts val="600"/>
              </a:spcBef>
              <a:spcAft>
                <a:spcPts val="0"/>
              </a:spcAft>
              <a:buClr>
                <a:schemeClr val="dk1"/>
              </a:buClr>
              <a:buSzPts val="935"/>
              <a:buFont typeface="Arial"/>
              <a:buNone/>
            </a:pPr>
            <a:r>
              <a:t/>
            </a:r>
            <a:endParaRPr sz="1629"/>
          </a:p>
          <a:p>
            <a:pPr indent="0" lvl="0" marL="0" rtl="0" algn="l">
              <a:lnSpc>
                <a:spcPct val="80000"/>
              </a:lnSpc>
              <a:spcBef>
                <a:spcPts val="600"/>
              </a:spcBef>
              <a:spcAft>
                <a:spcPts val="0"/>
              </a:spcAft>
              <a:buClr>
                <a:schemeClr val="dk1"/>
              </a:buClr>
              <a:buSzPts val="935"/>
              <a:buFont typeface="Arial"/>
              <a:buNone/>
            </a:pPr>
            <a:r>
              <a:rPr lang="zh-CN" sz="1629"/>
              <a:t>Create two StandardScaler objects:</a:t>
            </a:r>
            <a:endParaRPr sz="1629"/>
          </a:p>
          <a:p>
            <a:pPr indent="0" lvl="0" marL="0" rtl="0" algn="l">
              <a:lnSpc>
                <a:spcPct val="80000"/>
              </a:lnSpc>
              <a:spcBef>
                <a:spcPts val="600"/>
              </a:spcBef>
              <a:spcAft>
                <a:spcPts val="0"/>
              </a:spcAft>
              <a:buClr>
                <a:schemeClr val="dk1"/>
              </a:buClr>
              <a:buSzPts val="935"/>
              <a:buFont typeface="Arial"/>
              <a:buNone/>
            </a:pPr>
            <a:r>
              <a:rPr lang="zh-CN" sz="1629"/>
              <a:t>One for the input features x                           One for target prices(next-day prices) y</a:t>
            </a:r>
            <a:endParaRPr sz="1629"/>
          </a:p>
          <a:p>
            <a:pPr indent="0" lvl="0" marL="0" rtl="0" algn="l">
              <a:lnSpc>
                <a:spcPct val="80000"/>
              </a:lnSpc>
              <a:spcBef>
                <a:spcPts val="600"/>
              </a:spcBef>
              <a:spcAft>
                <a:spcPts val="0"/>
              </a:spcAft>
              <a:buClr>
                <a:schemeClr val="dk1"/>
              </a:buClr>
              <a:buSzPts val="935"/>
              <a:buFont typeface="Arial"/>
              <a:buNone/>
            </a:pPr>
            <a:r>
              <a:t/>
            </a:r>
            <a:endParaRPr sz="1629"/>
          </a:p>
          <a:p>
            <a:pPr indent="0" lvl="0" marL="0" rtl="0" algn="l">
              <a:lnSpc>
                <a:spcPct val="80000"/>
              </a:lnSpc>
              <a:spcBef>
                <a:spcPts val="600"/>
              </a:spcBef>
              <a:spcAft>
                <a:spcPts val="0"/>
              </a:spcAft>
              <a:buClr>
                <a:schemeClr val="dk1"/>
              </a:buClr>
              <a:buSzPts val="935"/>
              <a:buFont typeface="Arial"/>
              <a:buNone/>
            </a:pPr>
            <a:r>
              <a:t/>
            </a:r>
            <a:endParaRPr sz="1629"/>
          </a:p>
          <a:p>
            <a:pPr indent="0" lvl="0" marL="0" rtl="0" algn="l">
              <a:lnSpc>
                <a:spcPct val="80000"/>
              </a:lnSpc>
              <a:spcBef>
                <a:spcPts val="600"/>
              </a:spcBef>
              <a:spcAft>
                <a:spcPts val="0"/>
              </a:spcAft>
              <a:buClr>
                <a:schemeClr val="dk1"/>
              </a:buClr>
              <a:buSzPts val="935"/>
              <a:buFont typeface="Arial"/>
              <a:buNone/>
            </a:pPr>
            <a:r>
              <a:t/>
            </a:r>
            <a:endParaRPr sz="1629"/>
          </a:p>
          <a:p>
            <a:pPr indent="0" lvl="0" marL="0" rtl="0" algn="l">
              <a:lnSpc>
                <a:spcPct val="80000"/>
              </a:lnSpc>
              <a:spcBef>
                <a:spcPts val="600"/>
              </a:spcBef>
              <a:spcAft>
                <a:spcPts val="0"/>
              </a:spcAft>
              <a:buClr>
                <a:schemeClr val="dk1"/>
              </a:buClr>
              <a:buSzPts val="935"/>
              <a:buFont typeface="Arial"/>
              <a:buNone/>
            </a:pPr>
            <a:r>
              <a:t/>
            </a:r>
            <a:endParaRPr sz="1629"/>
          </a:p>
          <a:p>
            <a:pPr indent="0" lvl="0" marL="0" rtl="0" algn="l">
              <a:lnSpc>
                <a:spcPct val="80000"/>
              </a:lnSpc>
              <a:spcBef>
                <a:spcPts val="600"/>
              </a:spcBef>
              <a:spcAft>
                <a:spcPts val="0"/>
              </a:spcAft>
              <a:buClr>
                <a:schemeClr val="dk1"/>
              </a:buClr>
              <a:buSzPts val="935"/>
              <a:buFont typeface="Arial"/>
              <a:buNone/>
            </a:pPr>
            <a:r>
              <a:rPr lang="zh-CN" sz="1629"/>
              <a:t>Feature becomes consistent and standardized.</a:t>
            </a:r>
            <a:endParaRPr sz="1629"/>
          </a:p>
          <a:p>
            <a:pPr indent="0" lvl="0" marL="0" rtl="0" algn="l">
              <a:lnSpc>
                <a:spcPct val="80000"/>
              </a:lnSpc>
              <a:spcBef>
                <a:spcPts val="600"/>
              </a:spcBef>
              <a:spcAft>
                <a:spcPts val="0"/>
              </a:spcAft>
              <a:buClr>
                <a:schemeClr val="dk1"/>
              </a:buClr>
              <a:buSzPts val="935"/>
              <a:buFont typeface="Arial"/>
              <a:buNone/>
            </a:pPr>
            <a:r>
              <a:rPr lang="zh-CN" sz="1629"/>
              <a:t>Mean = 0  and  Standard Deviation = 1</a:t>
            </a:r>
            <a:endParaRPr sz="1629"/>
          </a:p>
          <a:p>
            <a:pPr indent="0" lvl="0" marL="0" rtl="0" algn="l">
              <a:lnSpc>
                <a:spcPct val="80000"/>
              </a:lnSpc>
              <a:spcBef>
                <a:spcPts val="600"/>
              </a:spcBef>
              <a:spcAft>
                <a:spcPts val="0"/>
              </a:spcAft>
              <a:buClr>
                <a:schemeClr val="dk1"/>
              </a:buClr>
              <a:buSzPts val="935"/>
              <a:buFont typeface="Arial"/>
              <a:buNone/>
            </a:pPr>
            <a:r>
              <a:t/>
            </a:r>
            <a:endParaRPr sz="1629"/>
          </a:p>
          <a:p>
            <a:pPr indent="0" lvl="0" marL="0" rtl="0" algn="l">
              <a:lnSpc>
                <a:spcPct val="80000"/>
              </a:lnSpc>
              <a:spcBef>
                <a:spcPts val="600"/>
              </a:spcBef>
              <a:spcAft>
                <a:spcPts val="600"/>
              </a:spcAft>
              <a:buSzPts val="935"/>
              <a:buNone/>
            </a:pPr>
            <a:r>
              <a:t/>
            </a:r>
            <a:endParaRPr sz="1629"/>
          </a:p>
        </p:txBody>
      </p:sp>
      <p:pic>
        <p:nvPicPr>
          <p:cNvPr id="463" name="Google Shape;463;p51"/>
          <p:cNvPicPr preferRelativeResize="0"/>
          <p:nvPr/>
        </p:nvPicPr>
        <p:blipFill rotWithShape="1">
          <a:blip r:embed="rId3">
            <a:alphaModFix/>
          </a:blip>
          <a:srcRect b="21653" l="10253" r="10014" t="24321"/>
          <a:stretch/>
        </p:blipFill>
        <p:spPr>
          <a:xfrm>
            <a:off x="194900" y="2429725"/>
            <a:ext cx="1995814" cy="656375"/>
          </a:xfrm>
          <a:prstGeom prst="rect">
            <a:avLst/>
          </a:prstGeom>
          <a:noFill/>
          <a:ln>
            <a:noFill/>
          </a:ln>
        </p:spPr>
      </p:pic>
      <p:pic>
        <p:nvPicPr>
          <p:cNvPr id="464" name="Google Shape;464;p51"/>
          <p:cNvPicPr preferRelativeResize="0"/>
          <p:nvPr/>
        </p:nvPicPr>
        <p:blipFill rotWithShape="1">
          <a:blip r:embed="rId4">
            <a:alphaModFix/>
          </a:blip>
          <a:srcRect b="10409" l="9126" r="16129" t="15024"/>
          <a:stretch/>
        </p:blipFill>
        <p:spPr>
          <a:xfrm>
            <a:off x="4300875" y="2314641"/>
            <a:ext cx="1457901" cy="7573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2"/>
          <p:cNvSpPr txBox="1"/>
          <p:nvPr>
            <p:ph type="title"/>
          </p:nvPr>
        </p:nvSpPr>
        <p:spPr>
          <a:xfrm>
            <a:off x="194912" y="325581"/>
            <a:ext cx="8677200" cy="6720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CN"/>
              <a:t>Architecture Design and Capacity Matching</a:t>
            </a:r>
            <a:endParaRPr/>
          </a:p>
        </p:txBody>
      </p:sp>
      <p:sp>
        <p:nvSpPr>
          <p:cNvPr id="470" name="Google Shape;470;p52"/>
          <p:cNvSpPr txBox="1"/>
          <p:nvPr>
            <p:ph idx="1" type="body"/>
          </p:nvPr>
        </p:nvSpPr>
        <p:spPr>
          <a:xfrm>
            <a:off x="194888" y="1059875"/>
            <a:ext cx="8677200" cy="3442800"/>
          </a:xfrm>
          <a:prstGeom prst="rect">
            <a:avLst/>
          </a:prstGeom>
        </p:spPr>
        <p:txBody>
          <a:bodyPr anchorCtr="0" anchor="t" bIns="34275" lIns="68575" spcFirstLastPara="1" rIns="68575" wrap="square" tIns="34275">
            <a:normAutofit/>
          </a:bodyPr>
          <a:lstStyle/>
          <a:p>
            <a:pPr indent="0" lvl="0" marL="0" rtl="0" algn="l">
              <a:spcBef>
                <a:spcPts val="600"/>
              </a:spcBef>
              <a:spcAft>
                <a:spcPts val="0"/>
              </a:spcAft>
              <a:buClr>
                <a:schemeClr val="dk1"/>
              </a:buClr>
              <a:buSzPts val="1100"/>
              <a:buFont typeface="Arial"/>
              <a:buNone/>
            </a:pPr>
            <a:r>
              <a:rPr lang="zh-CN"/>
              <a:t>MTL uses a shared backbone with capacity ≈ sum of 3 STLs’ total parameters</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rPr lang="zh-CN"/>
              <a:t>Additional task-specific heads add small extra hyperparameters.</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600"/>
              </a:spcAft>
              <a:buNone/>
            </a:pPr>
            <a:r>
              <a:t/>
            </a:r>
            <a:endParaRPr/>
          </a:p>
        </p:txBody>
      </p:sp>
      <p:pic>
        <p:nvPicPr>
          <p:cNvPr id="471" name="Google Shape;471;p52"/>
          <p:cNvPicPr preferRelativeResize="0"/>
          <p:nvPr/>
        </p:nvPicPr>
        <p:blipFill rotWithShape="1">
          <a:blip r:embed="rId3">
            <a:alphaModFix/>
          </a:blip>
          <a:srcRect b="22811" l="0" r="0" t="31555"/>
          <a:stretch/>
        </p:blipFill>
        <p:spPr>
          <a:xfrm>
            <a:off x="0" y="1402490"/>
            <a:ext cx="2963401" cy="901525"/>
          </a:xfrm>
          <a:prstGeom prst="rect">
            <a:avLst/>
          </a:prstGeom>
          <a:noFill/>
          <a:ln>
            <a:noFill/>
          </a:ln>
        </p:spPr>
      </p:pic>
      <p:pic>
        <p:nvPicPr>
          <p:cNvPr id="472" name="Google Shape;472;p52"/>
          <p:cNvPicPr preferRelativeResize="0"/>
          <p:nvPr/>
        </p:nvPicPr>
        <p:blipFill rotWithShape="1">
          <a:blip r:embed="rId4">
            <a:alphaModFix/>
          </a:blip>
          <a:srcRect b="30718" l="0" r="0" t="32784"/>
          <a:stretch/>
        </p:blipFill>
        <p:spPr>
          <a:xfrm>
            <a:off x="194900" y="2931082"/>
            <a:ext cx="3705226" cy="901525"/>
          </a:xfrm>
          <a:prstGeom prst="rect">
            <a:avLst/>
          </a:prstGeom>
          <a:noFill/>
          <a:ln>
            <a:noFill/>
          </a:ln>
        </p:spPr>
      </p:pic>
      <p:pic>
        <p:nvPicPr>
          <p:cNvPr id="473" name="Google Shape;473;p52"/>
          <p:cNvPicPr preferRelativeResize="0"/>
          <p:nvPr/>
        </p:nvPicPr>
        <p:blipFill rotWithShape="1">
          <a:blip r:embed="rId5">
            <a:alphaModFix/>
          </a:blip>
          <a:srcRect b="0" l="0" r="0" t="29318"/>
          <a:stretch/>
        </p:blipFill>
        <p:spPr>
          <a:xfrm>
            <a:off x="3900125" y="2945174"/>
            <a:ext cx="2677177" cy="1261575"/>
          </a:xfrm>
          <a:prstGeom prst="rect">
            <a:avLst/>
          </a:prstGeom>
          <a:noFill/>
          <a:ln>
            <a:noFill/>
          </a:ln>
        </p:spPr>
      </p:pic>
      <p:pic>
        <p:nvPicPr>
          <p:cNvPr id="474" name="Google Shape;474;p52"/>
          <p:cNvPicPr preferRelativeResize="0"/>
          <p:nvPr/>
        </p:nvPicPr>
        <p:blipFill rotWithShape="1">
          <a:blip r:embed="rId6">
            <a:alphaModFix/>
          </a:blip>
          <a:srcRect b="12400" l="5101" r="13927" t="17620"/>
          <a:stretch/>
        </p:blipFill>
        <p:spPr>
          <a:xfrm>
            <a:off x="457950" y="3860798"/>
            <a:ext cx="3442176" cy="97612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3"/>
          <p:cNvSpPr txBox="1"/>
          <p:nvPr>
            <p:ph type="title"/>
          </p:nvPr>
        </p:nvSpPr>
        <p:spPr>
          <a:xfrm>
            <a:off x="194912" y="325581"/>
            <a:ext cx="8677200" cy="6720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CN"/>
              <a:t>Hyperparameter Tuning</a:t>
            </a:r>
            <a:endParaRPr/>
          </a:p>
        </p:txBody>
      </p:sp>
      <p:sp>
        <p:nvSpPr>
          <p:cNvPr id="480" name="Google Shape;480;p53"/>
          <p:cNvSpPr txBox="1"/>
          <p:nvPr>
            <p:ph idx="1" type="body"/>
          </p:nvPr>
        </p:nvSpPr>
        <p:spPr>
          <a:xfrm>
            <a:off x="194888" y="1059875"/>
            <a:ext cx="8677200" cy="3442800"/>
          </a:xfrm>
          <a:prstGeom prst="rect">
            <a:avLst/>
          </a:prstGeom>
        </p:spPr>
        <p:txBody>
          <a:bodyPr anchorCtr="0" anchor="t" bIns="34275" lIns="68575" spcFirstLastPara="1" rIns="68575" wrap="square" tIns="34275">
            <a:normAutofit/>
          </a:bodyPr>
          <a:lstStyle/>
          <a:p>
            <a:pPr indent="0" lvl="0" marL="0" rtl="0" algn="l">
              <a:spcBef>
                <a:spcPts val="600"/>
              </a:spcBef>
              <a:spcAft>
                <a:spcPts val="0"/>
              </a:spcAft>
              <a:buClr>
                <a:schemeClr val="dk1"/>
              </a:buClr>
              <a:buSzPts val="1100"/>
              <a:buFont typeface="Arial"/>
              <a:buNone/>
            </a:pPr>
            <a:r>
              <a:rPr lang="zh-CN"/>
              <a:t>Hyperparameter Tuning: trying different combinations of model settings to find the one that gives the best validation performance.</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None/>
            </a:pPr>
            <a:r>
              <a:rPr lang="zh-CN"/>
              <a:t>Hyperparameter we tuned:</a:t>
            </a:r>
            <a:endParaRPr/>
          </a:p>
          <a:p>
            <a:pPr indent="0" lvl="0" marL="0" rtl="0" algn="l">
              <a:spcBef>
                <a:spcPts val="600"/>
              </a:spcBef>
              <a:spcAft>
                <a:spcPts val="0"/>
              </a:spcAft>
              <a:buClr>
                <a:schemeClr val="dk1"/>
              </a:buClr>
              <a:buSzPts val="1100"/>
              <a:buFont typeface="Arial"/>
              <a:buNone/>
            </a:pPr>
            <a:r>
              <a:rPr lang="zh-CN"/>
              <a:t>➤ Learning rate                    ➤ Number of Hidden Layers</a:t>
            </a:r>
            <a:endParaRPr/>
          </a:p>
          <a:p>
            <a:pPr indent="0" lvl="0" marL="0" rtl="0" algn="l">
              <a:spcBef>
                <a:spcPts val="600"/>
              </a:spcBef>
              <a:spcAft>
                <a:spcPts val="0"/>
              </a:spcAft>
              <a:buClr>
                <a:schemeClr val="dk1"/>
              </a:buClr>
              <a:buSzPts val="1100"/>
              <a:buFont typeface="Arial"/>
              <a:buNone/>
            </a:pPr>
            <a:r>
              <a:rPr lang="zh-CN"/>
              <a:t>➤ Batch Size 				➤ Number of Hidden Units</a:t>
            </a:r>
            <a:endParaRPr/>
          </a:p>
          <a:p>
            <a:pPr indent="0" lvl="0" marL="0" rtl="0" algn="l">
              <a:spcBef>
                <a:spcPts val="600"/>
              </a:spcBef>
              <a:spcAft>
                <a:spcPts val="0"/>
              </a:spcAft>
              <a:buNone/>
            </a:pPr>
            <a:r>
              <a:rPr lang="zh-CN"/>
              <a:t>➤ Dropout	          		➤ Activation Function</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4"/>
          <p:cNvSpPr txBox="1"/>
          <p:nvPr>
            <p:ph type="title"/>
          </p:nvPr>
        </p:nvSpPr>
        <p:spPr>
          <a:xfrm>
            <a:off x="194912" y="325581"/>
            <a:ext cx="8677200" cy="672000"/>
          </a:xfrm>
          <a:prstGeom prst="rect">
            <a:avLst/>
          </a:prstGeom>
          <a:noFill/>
          <a:ln>
            <a:noFill/>
          </a:ln>
        </p:spPr>
        <p:txBody>
          <a:bodyPr anchorCtr="0" anchor="ctr" bIns="34275" lIns="68575" spcFirstLastPara="1" rIns="68575" wrap="square" tIns="34275">
            <a:normAutofit/>
          </a:bodyPr>
          <a:lstStyle/>
          <a:p>
            <a:pPr indent="0" lvl="0" marL="0" rtl="0" algn="l">
              <a:lnSpc>
                <a:spcPct val="85000"/>
              </a:lnSpc>
              <a:spcBef>
                <a:spcPts val="0"/>
              </a:spcBef>
              <a:spcAft>
                <a:spcPts val="0"/>
              </a:spcAft>
              <a:buClr>
                <a:schemeClr val="dk1"/>
              </a:buClr>
              <a:buSzPts val="3000"/>
              <a:buFont typeface="Barlow Condensed"/>
              <a:buNone/>
            </a:pPr>
            <a:r>
              <a:rPr lang="zh-CN"/>
              <a:t>FNN vs Linear Regression </a:t>
            </a:r>
            <a:endParaRPr/>
          </a:p>
        </p:txBody>
      </p:sp>
      <p:sp>
        <p:nvSpPr>
          <p:cNvPr id="486" name="Google Shape;486;p54"/>
          <p:cNvSpPr txBox="1"/>
          <p:nvPr>
            <p:ph idx="11" type="ftr"/>
          </p:nvPr>
        </p:nvSpPr>
        <p:spPr>
          <a:xfrm>
            <a:off x="194912" y="4751482"/>
            <a:ext cx="3919800" cy="187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zh-CN"/>
              <a:t>MTL for Cross Asset Price Prediction</a:t>
            </a:r>
            <a:endParaRPr/>
          </a:p>
        </p:txBody>
      </p:sp>
      <p:sp>
        <p:nvSpPr>
          <p:cNvPr id="487" name="Google Shape;487;p54"/>
          <p:cNvSpPr txBox="1"/>
          <p:nvPr>
            <p:ph idx="12" type="sldNum"/>
          </p:nvPr>
        </p:nvSpPr>
        <p:spPr>
          <a:xfrm>
            <a:off x="4191000" y="4751482"/>
            <a:ext cx="762000" cy="1878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zh-CN"/>
              <a:t>PAGE  </a:t>
            </a:r>
            <a:fld id="{00000000-1234-1234-1234-123412341234}" type="slidenum">
              <a:rPr lang="zh-CN"/>
              <a:t>‹#›</a:t>
            </a:fld>
            <a:endParaRPr/>
          </a:p>
        </p:txBody>
      </p:sp>
      <p:graphicFrame>
        <p:nvGraphicFramePr>
          <p:cNvPr id="488" name="Google Shape;488;p54"/>
          <p:cNvGraphicFramePr/>
          <p:nvPr/>
        </p:nvGraphicFramePr>
        <p:xfrm>
          <a:off x="1366438" y="2834125"/>
          <a:ext cx="3000000" cy="3000000"/>
        </p:xfrm>
        <a:graphic>
          <a:graphicData uri="http://schemas.openxmlformats.org/drawingml/2006/table">
            <a:tbl>
              <a:tblPr>
                <a:noFill/>
                <a:tableStyleId>{C471C453-94B3-43F8-95EF-E614F48FB8E4}</a:tableStyleId>
              </a:tblPr>
              <a:tblGrid>
                <a:gridCol w="952500"/>
                <a:gridCol w="952500"/>
                <a:gridCol w="952500"/>
                <a:gridCol w="1009650"/>
                <a:gridCol w="2466975"/>
              </a:tblGrid>
              <a:tr h="100000">
                <a:tc gridSpan="5">
                  <a:txBody>
                    <a:bodyPr/>
                    <a:lstStyle/>
                    <a:p>
                      <a:pPr indent="0" lvl="0" marL="0" rtl="0" algn="ctr">
                        <a:lnSpc>
                          <a:spcPct val="115000"/>
                        </a:lnSpc>
                        <a:spcBef>
                          <a:spcPts val="0"/>
                        </a:spcBef>
                        <a:spcAft>
                          <a:spcPts val="0"/>
                        </a:spcAft>
                        <a:buNone/>
                      </a:pPr>
                      <a:r>
                        <a:rPr lang="zh-CN" sz="1000"/>
                        <a:t>Linear Regression</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c hMerge="1"/>
                <a:tc hMerge="1"/>
                <a:tc hMerge="1"/>
                <a:tc hMerge="1"/>
              </a:tr>
              <a:tr h="200025">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MAE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RMSE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MSE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Runtime (seconds)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zh-CN" sz="1000"/>
                        <a:t>APPL</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5.21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7.27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52.90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0.0071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zh-CN" sz="1000"/>
                        <a:t>SPY</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7.35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10.51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110.41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0.0074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zh-CN" sz="1000"/>
                        <a:t>GOLD</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5.27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6.76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45.65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0.0097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489" name="Google Shape;489;p54"/>
          <p:cNvGraphicFramePr/>
          <p:nvPr/>
        </p:nvGraphicFramePr>
        <p:xfrm>
          <a:off x="1366438" y="1360150"/>
          <a:ext cx="3000000" cy="3000000"/>
        </p:xfrm>
        <a:graphic>
          <a:graphicData uri="http://schemas.openxmlformats.org/drawingml/2006/table">
            <a:tbl>
              <a:tblPr>
                <a:noFill/>
                <a:tableStyleId>{C471C453-94B3-43F8-95EF-E614F48FB8E4}</a:tableStyleId>
              </a:tblPr>
              <a:tblGrid>
                <a:gridCol w="952500"/>
                <a:gridCol w="952500"/>
                <a:gridCol w="952500"/>
                <a:gridCol w="1009650"/>
                <a:gridCol w="2466975"/>
              </a:tblGrid>
              <a:tr h="200025">
                <a:tc gridSpan="5">
                  <a:txBody>
                    <a:bodyPr/>
                    <a:lstStyle/>
                    <a:p>
                      <a:pPr indent="0" lvl="0" marL="0" rtl="0" algn="ctr">
                        <a:lnSpc>
                          <a:spcPct val="115000"/>
                        </a:lnSpc>
                        <a:spcBef>
                          <a:spcPts val="0"/>
                        </a:spcBef>
                        <a:spcAft>
                          <a:spcPts val="0"/>
                        </a:spcAft>
                        <a:buNone/>
                      </a:pPr>
                      <a:r>
                        <a:rPr lang="zh-CN" sz="1000"/>
                        <a:t>FNN</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9FC5E8"/>
                    </a:solidFill>
                  </a:tcPr>
                </a:tc>
                <a:tc hMerge="1"/>
                <a:tc hMerge="1"/>
                <a:tc hMerge="1"/>
                <a:tc hMerge="1"/>
              </a:tr>
              <a:tr h="200025">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MAE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RMSE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MSE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Final Training Runtime (seconds)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zh-CN" sz="1000"/>
                        <a:t>APPL</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11.10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13.08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171.00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3.43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zh-CN" sz="1000"/>
                        <a:t>SPY</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19.95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24.36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593.37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1.98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zh-CN" sz="1000"/>
                        <a:t>GOLD</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22.30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26.42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698.14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2.13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5"/>
          <p:cNvSpPr txBox="1"/>
          <p:nvPr>
            <p:ph type="title"/>
          </p:nvPr>
        </p:nvSpPr>
        <p:spPr>
          <a:xfrm>
            <a:off x="194912" y="325581"/>
            <a:ext cx="8677200" cy="6720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CN"/>
              <a:t>Performance Comparison (FNN V.S. MTL)</a:t>
            </a:r>
            <a:endParaRPr/>
          </a:p>
        </p:txBody>
      </p:sp>
      <p:graphicFrame>
        <p:nvGraphicFramePr>
          <p:cNvPr id="495" name="Google Shape;495;p55"/>
          <p:cNvGraphicFramePr/>
          <p:nvPr/>
        </p:nvGraphicFramePr>
        <p:xfrm>
          <a:off x="1366438" y="1360150"/>
          <a:ext cx="3000000" cy="3000000"/>
        </p:xfrm>
        <a:graphic>
          <a:graphicData uri="http://schemas.openxmlformats.org/drawingml/2006/table">
            <a:tbl>
              <a:tblPr>
                <a:noFill/>
                <a:tableStyleId>{C471C453-94B3-43F8-95EF-E614F48FB8E4}</a:tableStyleId>
              </a:tblPr>
              <a:tblGrid>
                <a:gridCol w="952500"/>
                <a:gridCol w="952500"/>
                <a:gridCol w="952500"/>
                <a:gridCol w="1009650"/>
                <a:gridCol w="2466975"/>
              </a:tblGrid>
              <a:tr h="200025">
                <a:tc gridSpan="5">
                  <a:txBody>
                    <a:bodyPr/>
                    <a:lstStyle/>
                    <a:p>
                      <a:pPr indent="0" lvl="0" marL="0" rtl="0" algn="ctr">
                        <a:lnSpc>
                          <a:spcPct val="115000"/>
                        </a:lnSpc>
                        <a:spcBef>
                          <a:spcPts val="0"/>
                        </a:spcBef>
                        <a:spcAft>
                          <a:spcPts val="0"/>
                        </a:spcAft>
                        <a:buNone/>
                      </a:pPr>
                      <a:r>
                        <a:rPr lang="zh-CN" sz="1000"/>
                        <a:t>FNN</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9FC5E8"/>
                    </a:solidFill>
                  </a:tcPr>
                </a:tc>
                <a:tc hMerge="1"/>
                <a:tc hMerge="1"/>
                <a:tc hMerge="1"/>
                <a:tc hMerge="1"/>
              </a:tr>
              <a:tr h="200025">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MAE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RMSE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MSE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Final Training Runtime (seconds)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zh-CN" sz="1000"/>
                        <a:t>APPL</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11.10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13.08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171.00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3.43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zh-CN" sz="1000"/>
                        <a:t>SPY</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19.95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24.36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593.37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1.98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zh-CN" sz="1000"/>
                        <a:t>GOLD</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22.30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26.42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698.14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2.13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zh-CN" sz="1000"/>
                        <a:t>Combined</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53.36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63.86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1462.51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7.54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496" name="Google Shape;496;p55"/>
          <p:cNvGraphicFramePr/>
          <p:nvPr/>
        </p:nvGraphicFramePr>
        <p:xfrm>
          <a:off x="1366425" y="3059025"/>
          <a:ext cx="3000000" cy="3000000"/>
        </p:xfrm>
        <a:graphic>
          <a:graphicData uri="http://schemas.openxmlformats.org/drawingml/2006/table">
            <a:tbl>
              <a:tblPr>
                <a:noFill/>
                <a:tableStyleId>{C471C453-94B3-43F8-95EF-E614F48FB8E4}</a:tableStyleId>
              </a:tblPr>
              <a:tblGrid>
                <a:gridCol w="952500"/>
                <a:gridCol w="952500"/>
                <a:gridCol w="952500"/>
                <a:gridCol w="1009650"/>
                <a:gridCol w="2466975"/>
              </a:tblGrid>
              <a:tr h="200025">
                <a:tc gridSpan="5">
                  <a:txBody>
                    <a:bodyPr/>
                    <a:lstStyle/>
                    <a:p>
                      <a:pPr indent="0" lvl="0" marL="0" rtl="0" algn="ctr">
                        <a:lnSpc>
                          <a:spcPct val="115000"/>
                        </a:lnSpc>
                        <a:spcBef>
                          <a:spcPts val="0"/>
                        </a:spcBef>
                        <a:spcAft>
                          <a:spcPts val="0"/>
                        </a:spcAft>
                        <a:buNone/>
                      </a:pPr>
                      <a:r>
                        <a:rPr lang="zh-CN" sz="1000"/>
                        <a:t>MTL</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9900"/>
                    </a:solidFill>
                  </a:tcPr>
                </a:tc>
                <a:tc hMerge="1"/>
                <a:tc hMerge="1"/>
                <a:tc hMerge="1"/>
                <a:tc hMerge="1"/>
              </a:tr>
              <a:tr h="200025">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MAE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RMSE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MSE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Final Training Runtime (seconds)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zh-CN" sz="1000"/>
                        <a:t>APPL</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zh-CN" sz="1000"/>
                        <a:t>7.51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zh-CN" sz="1000"/>
                        <a:t>9.08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zh-CN" sz="1000"/>
                        <a:t>82.39</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rowSpan="3">
                  <a:txBody>
                    <a:bodyPr/>
                    <a:lstStyle/>
                    <a:p>
                      <a:pPr indent="0" lvl="0" marL="0" rtl="0" algn="ctr">
                        <a:spcBef>
                          <a:spcPts val="0"/>
                        </a:spcBef>
                        <a:spcAft>
                          <a:spcPts val="0"/>
                        </a:spcAft>
                        <a:buNone/>
                      </a:pPr>
                      <a:r>
                        <a:rPr lang="zh-CN" sz="1200"/>
                        <a:t>NA</a:t>
                      </a:r>
                      <a:endParaRPr sz="12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zh-CN" sz="1000"/>
                        <a:t>SPY</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zh-CN" sz="1000"/>
                        <a:t>10.65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zh-CN" sz="1000"/>
                        <a:t>13.79</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zh-CN" sz="1000"/>
                        <a:t>190.11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vMerge="1"/>
              </a:tr>
              <a:tr h="100000">
                <a:tc>
                  <a:txBody>
                    <a:bodyPr/>
                    <a:lstStyle/>
                    <a:p>
                      <a:pPr indent="0" lvl="0" marL="0" rtl="0" algn="l">
                        <a:lnSpc>
                          <a:spcPct val="115000"/>
                        </a:lnSpc>
                        <a:spcBef>
                          <a:spcPts val="0"/>
                        </a:spcBef>
                        <a:spcAft>
                          <a:spcPts val="0"/>
                        </a:spcAft>
                        <a:buNone/>
                      </a:pPr>
                      <a:r>
                        <a:rPr lang="zh-CN" sz="1000"/>
                        <a:t>GOLD</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zh-CN" sz="1000"/>
                        <a:t>4.86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zh-CN" sz="1000"/>
                        <a:t>6.26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zh-CN" sz="1000"/>
                        <a:t>39.24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vMerge="1"/>
              </a:tr>
              <a:tr h="200025">
                <a:tc>
                  <a:txBody>
                    <a:bodyPr/>
                    <a:lstStyle/>
                    <a:p>
                      <a:pPr indent="0" lvl="0" marL="0" rtl="0" algn="l">
                        <a:lnSpc>
                          <a:spcPct val="115000"/>
                        </a:lnSpc>
                        <a:spcBef>
                          <a:spcPts val="0"/>
                        </a:spcBef>
                        <a:spcAft>
                          <a:spcPts val="0"/>
                        </a:spcAft>
                        <a:buNone/>
                      </a:pPr>
                      <a:r>
                        <a:rPr lang="zh-CN" sz="1000"/>
                        <a:t>Combined</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zh-CN" sz="1000"/>
                        <a:t>7.68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zh-CN" sz="1000"/>
                        <a:t>10.19</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zh-CN" sz="1000"/>
                        <a:t>103.91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CN" sz="1000"/>
                        <a:t>1.07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6"/>
          <p:cNvSpPr txBox="1"/>
          <p:nvPr>
            <p:ph type="title"/>
          </p:nvPr>
        </p:nvSpPr>
        <p:spPr>
          <a:xfrm>
            <a:off x="194912" y="325581"/>
            <a:ext cx="8677200" cy="6720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CN"/>
              <a:t>Conclusion</a:t>
            </a:r>
            <a:endParaRPr/>
          </a:p>
        </p:txBody>
      </p:sp>
      <p:sp>
        <p:nvSpPr>
          <p:cNvPr id="502" name="Google Shape;502;p56"/>
          <p:cNvSpPr txBox="1"/>
          <p:nvPr>
            <p:ph idx="1" type="body"/>
          </p:nvPr>
        </p:nvSpPr>
        <p:spPr>
          <a:xfrm>
            <a:off x="194888" y="1254350"/>
            <a:ext cx="8677200" cy="3442800"/>
          </a:xfrm>
          <a:prstGeom prst="rect">
            <a:avLst/>
          </a:prstGeom>
        </p:spPr>
        <p:txBody>
          <a:bodyPr anchorCtr="0" anchor="t" bIns="34275" lIns="68575" spcFirstLastPara="1" rIns="68575" wrap="square" tIns="34275">
            <a:normAutofit fontScale="77500" lnSpcReduction="20000"/>
          </a:bodyPr>
          <a:lstStyle/>
          <a:p>
            <a:pPr indent="0" lvl="0" marL="152400" rtl="0" algn="l">
              <a:lnSpc>
                <a:spcPct val="115000"/>
              </a:lnSpc>
              <a:spcBef>
                <a:spcPts val="600"/>
              </a:spcBef>
              <a:spcAft>
                <a:spcPts val="0"/>
              </a:spcAft>
              <a:buClr>
                <a:schemeClr val="dk1"/>
              </a:buClr>
              <a:buSzPct val="64705"/>
              <a:buFont typeface="Arial"/>
              <a:buNone/>
            </a:pPr>
            <a:r>
              <a:rPr b="1" lang="zh-CN" sz="1700"/>
              <a:t>1. Linear Regression performs best</a:t>
            </a:r>
            <a:endParaRPr b="1" sz="1700"/>
          </a:p>
          <a:p>
            <a:pPr indent="0" lvl="0" marL="12700" rtl="0" algn="l">
              <a:lnSpc>
                <a:spcPct val="115000"/>
              </a:lnSpc>
              <a:spcBef>
                <a:spcPts val="600"/>
              </a:spcBef>
              <a:spcAft>
                <a:spcPts val="0"/>
              </a:spcAft>
              <a:buClr>
                <a:schemeClr val="dk1"/>
              </a:buClr>
              <a:buSzPct val="100000"/>
              <a:buFont typeface="Arial"/>
              <a:buNone/>
            </a:pPr>
            <a:r>
              <a:rPr lang="zh-CN" sz="1100">
                <a:latin typeface="Noto Sans Symbols"/>
                <a:ea typeface="Noto Sans Symbols"/>
                <a:cs typeface="Noto Sans Symbols"/>
                <a:sym typeface="Noto Sans Symbols"/>
              </a:rPr>
              <a:t>▪</a:t>
            </a:r>
            <a:r>
              <a:rPr lang="zh-CN" sz="1700"/>
              <a:t>Captures most of the predictable structure</a:t>
            </a:r>
            <a:endParaRPr sz="1700"/>
          </a:p>
          <a:p>
            <a:pPr indent="0" lvl="0" marL="12700" rtl="0" algn="l">
              <a:lnSpc>
                <a:spcPct val="115000"/>
              </a:lnSpc>
              <a:spcBef>
                <a:spcPts val="600"/>
              </a:spcBef>
              <a:spcAft>
                <a:spcPts val="0"/>
              </a:spcAft>
              <a:buClr>
                <a:schemeClr val="dk1"/>
              </a:buClr>
              <a:buSzPct val="100000"/>
              <a:buFont typeface="Arial"/>
              <a:buNone/>
            </a:pPr>
            <a:r>
              <a:rPr lang="zh-CN" sz="1100">
                <a:latin typeface="Noto Sans Symbols"/>
                <a:ea typeface="Noto Sans Symbols"/>
                <a:cs typeface="Noto Sans Symbols"/>
                <a:sym typeface="Noto Sans Symbols"/>
              </a:rPr>
              <a:t>▪</a:t>
            </a:r>
            <a:r>
              <a:rPr lang="zh-CN" sz="1700"/>
              <a:t>Neural networks add unnecessary complexity → higher variance</a:t>
            </a:r>
            <a:endParaRPr sz="1700"/>
          </a:p>
          <a:p>
            <a:pPr indent="0" lvl="0" marL="12700" rtl="0" algn="l">
              <a:lnSpc>
                <a:spcPct val="115000"/>
              </a:lnSpc>
              <a:spcBef>
                <a:spcPts val="600"/>
              </a:spcBef>
              <a:spcAft>
                <a:spcPts val="0"/>
              </a:spcAft>
              <a:buClr>
                <a:schemeClr val="dk1"/>
              </a:buClr>
              <a:buSzPct val="100000"/>
              <a:buFont typeface="Arial"/>
              <a:buNone/>
            </a:pPr>
            <a:r>
              <a:rPr lang="zh-CN" sz="1100">
                <a:latin typeface="Noto Sans Symbols"/>
                <a:ea typeface="Noto Sans Symbols"/>
                <a:cs typeface="Noto Sans Symbols"/>
                <a:sym typeface="Noto Sans Symbols"/>
              </a:rPr>
              <a:t>▪</a:t>
            </a:r>
            <a:r>
              <a:rPr lang="zh-CN" sz="1700"/>
              <a:t>For next-day prediction, the signal is largely linear</a:t>
            </a:r>
            <a:endParaRPr sz="1700"/>
          </a:p>
          <a:p>
            <a:pPr indent="0" lvl="0" marL="152400" rtl="0" algn="l">
              <a:lnSpc>
                <a:spcPct val="115000"/>
              </a:lnSpc>
              <a:spcBef>
                <a:spcPts val="600"/>
              </a:spcBef>
              <a:spcAft>
                <a:spcPts val="0"/>
              </a:spcAft>
              <a:buClr>
                <a:schemeClr val="dk1"/>
              </a:buClr>
              <a:buSzPct val="64705"/>
              <a:buFont typeface="Arial"/>
              <a:buNone/>
            </a:pPr>
            <a:r>
              <a:rPr b="1" lang="zh-CN" sz="1700"/>
              <a:t>2. MTL &gt; Three STL models combined</a:t>
            </a:r>
            <a:endParaRPr b="1" sz="1700"/>
          </a:p>
          <a:p>
            <a:pPr indent="0" lvl="0" marL="12700" rtl="0" algn="l">
              <a:lnSpc>
                <a:spcPct val="115000"/>
              </a:lnSpc>
              <a:spcBef>
                <a:spcPts val="600"/>
              </a:spcBef>
              <a:spcAft>
                <a:spcPts val="0"/>
              </a:spcAft>
              <a:buClr>
                <a:schemeClr val="dk1"/>
              </a:buClr>
              <a:buSzPct val="100000"/>
              <a:buFont typeface="Arial"/>
              <a:buNone/>
            </a:pPr>
            <a:r>
              <a:rPr lang="zh-CN" sz="1100">
                <a:latin typeface="Noto Sans Symbols"/>
                <a:ea typeface="Noto Sans Symbols"/>
                <a:cs typeface="Noto Sans Symbols"/>
                <a:sym typeface="Noto Sans Symbols"/>
              </a:rPr>
              <a:t>▪</a:t>
            </a:r>
            <a:r>
              <a:rPr lang="zh-CN" sz="1700"/>
              <a:t>Assets share latent market structure</a:t>
            </a:r>
            <a:endParaRPr sz="1700"/>
          </a:p>
          <a:p>
            <a:pPr indent="0" lvl="0" marL="12700" rtl="0" algn="l">
              <a:lnSpc>
                <a:spcPct val="115000"/>
              </a:lnSpc>
              <a:spcBef>
                <a:spcPts val="600"/>
              </a:spcBef>
              <a:spcAft>
                <a:spcPts val="0"/>
              </a:spcAft>
              <a:buClr>
                <a:schemeClr val="dk1"/>
              </a:buClr>
              <a:buSzPct val="100000"/>
              <a:buFont typeface="Arial"/>
              <a:buNone/>
            </a:pPr>
            <a:r>
              <a:rPr lang="zh-CN" sz="1100">
                <a:latin typeface="Noto Sans Symbols"/>
                <a:ea typeface="Noto Sans Symbols"/>
                <a:cs typeface="Noto Sans Symbols"/>
                <a:sym typeface="Noto Sans Symbols"/>
              </a:rPr>
              <a:t>▪</a:t>
            </a:r>
            <a:r>
              <a:rPr lang="zh-CN" sz="1700"/>
              <a:t>Shared trunk improves generalization</a:t>
            </a:r>
            <a:endParaRPr sz="1700"/>
          </a:p>
          <a:p>
            <a:pPr indent="0" lvl="0" marL="12700" rtl="0" algn="l">
              <a:lnSpc>
                <a:spcPct val="115000"/>
              </a:lnSpc>
              <a:spcBef>
                <a:spcPts val="600"/>
              </a:spcBef>
              <a:spcAft>
                <a:spcPts val="0"/>
              </a:spcAft>
              <a:buClr>
                <a:schemeClr val="dk1"/>
              </a:buClr>
              <a:buSzPct val="100000"/>
              <a:buFont typeface="Arial"/>
              <a:buNone/>
            </a:pPr>
            <a:r>
              <a:rPr lang="zh-CN" sz="1100">
                <a:latin typeface="Noto Sans Symbols"/>
                <a:ea typeface="Noto Sans Symbols"/>
                <a:cs typeface="Noto Sans Symbols"/>
                <a:sym typeface="Noto Sans Symbols"/>
              </a:rPr>
              <a:t>▪</a:t>
            </a:r>
            <a:r>
              <a:rPr lang="zh-CN" sz="1700"/>
              <a:t>Same total model capacity but better performance</a:t>
            </a:r>
            <a:endParaRPr sz="1700"/>
          </a:p>
          <a:p>
            <a:pPr indent="0" lvl="0" marL="152400" rtl="0" algn="l">
              <a:lnSpc>
                <a:spcPct val="115000"/>
              </a:lnSpc>
              <a:spcBef>
                <a:spcPts val="600"/>
              </a:spcBef>
              <a:spcAft>
                <a:spcPts val="0"/>
              </a:spcAft>
              <a:buClr>
                <a:schemeClr val="dk1"/>
              </a:buClr>
              <a:buSzPct val="64705"/>
              <a:buFont typeface="Arial"/>
              <a:buNone/>
            </a:pPr>
            <a:r>
              <a:rPr b="1" lang="zh-CN" sz="1700"/>
              <a:t>3. Interpretation</a:t>
            </a:r>
            <a:endParaRPr b="1" sz="1700"/>
          </a:p>
          <a:p>
            <a:pPr indent="0" lvl="0" marL="12700" rtl="0" algn="l">
              <a:lnSpc>
                <a:spcPct val="115000"/>
              </a:lnSpc>
              <a:spcBef>
                <a:spcPts val="600"/>
              </a:spcBef>
              <a:spcAft>
                <a:spcPts val="0"/>
              </a:spcAft>
              <a:buClr>
                <a:schemeClr val="dk1"/>
              </a:buClr>
              <a:buSzPct val="100000"/>
              <a:buFont typeface="Arial"/>
              <a:buNone/>
            </a:pPr>
            <a:r>
              <a:rPr lang="zh-CN" sz="1100">
                <a:latin typeface="Noto Sans Symbols"/>
                <a:ea typeface="Noto Sans Symbols"/>
                <a:cs typeface="Noto Sans Symbols"/>
                <a:sym typeface="Noto Sans Symbols"/>
              </a:rPr>
              <a:t>▪</a:t>
            </a:r>
            <a:r>
              <a:rPr lang="zh-CN" sz="1700"/>
              <a:t>FNN underperformance ≠ MTL failure</a:t>
            </a:r>
            <a:endParaRPr sz="1700"/>
          </a:p>
          <a:p>
            <a:pPr indent="0" lvl="0" marL="12700" rtl="0" algn="l">
              <a:lnSpc>
                <a:spcPct val="115000"/>
              </a:lnSpc>
              <a:spcBef>
                <a:spcPts val="600"/>
              </a:spcBef>
              <a:spcAft>
                <a:spcPts val="0"/>
              </a:spcAft>
              <a:buClr>
                <a:schemeClr val="dk1"/>
              </a:buClr>
              <a:buSzPct val="100000"/>
              <a:buFont typeface="Arial"/>
              <a:buNone/>
            </a:pPr>
            <a:r>
              <a:rPr lang="zh-CN" sz="1100">
                <a:latin typeface="Noto Sans Symbols"/>
                <a:ea typeface="Noto Sans Symbols"/>
                <a:cs typeface="Noto Sans Symbols"/>
                <a:sym typeface="Noto Sans Symbols"/>
              </a:rPr>
              <a:t>▪</a:t>
            </a:r>
            <a:r>
              <a:rPr lang="zh-CN" sz="1700"/>
              <a:t>The prediction task is dominated by linear patterns</a:t>
            </a:r>
            <a:endParaRPr sz="1700"/>
          </a:p>
          <a:p>
            <a:pPr indent="0" lvl="0" marL="12700" rtl="0" algn="l">
              <a:lnSpc>
                <a:spcPct val="115000"/>
              </a:lnSpc>
              <a:spcBef>
                <a:spcPts val="600"/>
              </a:spcBef>
              <a:spcAft>
                <a:spcPts val="0"/>
              </a:spcAft>
              <a:buClr>
                <a:schemeClr val="dk1"/>
              </a:buClr>
              <a:buSzPct val="100000"/>
              <a:buFont typeface="Arial"/>
              <a:buNone/>
            </a:pPr>
            <a:r>
              <a:rPr lang="zh-CN" sz="1100">
                <a:latin typeface="Noto Sans Symbols"/>
                <a:ea typeface="Noto Sans Symbols"/>
                <a:cs typeface="Noto Sans Symbols"/>
                <a:sym typeface="Noto Sans Symbols"/>
              </a:rPr>
              <a:t>▪</a:t>
            </a:r>
            <a:r>
              <a:rPr lang="zh-CN" sz="1700"/>
              <a:t>But </a:t>
            </a:r>
            <a:r>
              <a:rPr b="1" lang="zh-CN" sz="1700"/>
              <a:t>MTL still proves the benefit of learning tasks jointly</a:t>
            </a:r>
            <a:endParaRPr b="1" sz="1700"/>
          </a:p>
          <a:p>
            <a:pPr indent="0" lvl="0" marL="0" rtl="0" algn="l">
              <a:spcBef>
                <a:spcPts val="600"/>
              </a:spcBef>
              <a:spcAft>
                <a:spcPts val="6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7"/>
          <p:cNvSpPr txBox="1"/>
          <p:nvPr>
            <p:ph type="title"/>
          </p:nvPr>
        </p:nvSpPr>
        <p:spPr>
          <a:xfrm>
            <a:off x="194912" y="325581"/>
            <a:ext cx="8677200" cy="6720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CN"/>
              <a:t>Future Improvements</a:t>
            </a:r>
            <a:endParaRPr/>
          </a:p>
        </p:txBody>
      </p:sp>
      <p:sp>
        <p:nvSpPr>
          <p:cNvPr id="508" name="Google Shape;508;p57"/>
          <p:cNvSpPr txBox="1"/>
          <p:nvPr>
            <p:ph idx="1" type="body"/>
          </p:nvPr>
        </p:nvSpPr>
        <p:spPr>
          <a:xfrm>
            <a:off x="194888" y="1288200"/>
            <a:ext cx="8505900" cy="3442800"/>
          </a:xfrm>
          <a:prstGeom prst="rect">
            <a:avLst/>
          </a:prstGeom>
        </p:spPr>
        <p:txBody>
          <a:bodyPr anchorCtr="0" anchor="t" bIns="34275" lIns="68575" spcFirstLastPara="1" rIns="68575" wrap="square" tIns="34275">
            <a:normAutofit/>
          </a:bodyPr>
          <a:lstStyle/>
          <a:p>
            <a:pPr indent="0" lvl="0" marL="12700" rtl="0" algn="l">
              <a:lnSpc>
                <a:spcPct val="200000"/>
              </a:lnSpc>
              <a:spcBef>
                <a:spcPts val="600"/>
              </a:spcBef>
              <a:spcAft>
                <a:spcPts val="0"/>
              </a:spcAft>
              <a:buClr>
                <a:schemeClr val="dk1"/>
              </a:buClr>
              <a:buSzPts val="1100"/>
              <a:buFont typeface="Arial"/>
              <a:buNone/>
            </a:pPr>
            <a:r>
              <a:rPr lang="zh-CN" sz="1100">
                <a:latin typeface="Noto Sans Symbols"/>
                <a:ea typeface="Noto Sans Symbols"/>
                <a:cs typeface="Noto Sans Symbols"/>
                <a:sym typeface="Noto Sans Symbols"/>
              </a:rPr>
              <a:t>▪</a:t>
            </a:r>
            <a:r>
              <a:rPr b="1" lang="zh-CN"/>
              <a:t>Expand Model Classes.</a:t>
            </a:r>
            <a:endParaRPr b="1"/>
          </a:p>
          <a:p>
            <a:pPr indent="0" lvl="0" marL="12700" rtl="0" algn="l">
              <a:lnSpc>
                <a:spcPct val="200000"/>
              </a:lnSpc>
              <a:spcBef>
                <a:spcPts val="600"/>
              </a:spcBef>
              <a:spcAft>
                <a:spcPts val="0"/>
              </a:spcAft>
              <a:buClr>
                <a:schemeClr val="dk1"/>
              </a:buClr>
              <a:buSzPts val="1100"/>
              <a:buFont typeface="Arial"/>
              <a:buNone/>
            </a:pPr>
            <a:r>
              <a:rPr lang="zh-CN" sz="1100">
                <a:latin typeface="Noto Sans Symbols"/>
                <a:ea typeface="Noto Sans Symbols"/>
                <a:cs typeface="Noto Sans Symbols"/>
                <a:sym typeface="Noto Sans Symbols"/>
              </a:rPr>
              <a:t>▪</a:t>
            </a:r>
            <a:r>
              <a:rPr b="1" lang="zh-CN"/>
              <a:t>Feature Engineering and Market Microstructure.</a:t>
            </a:r>
            <a:endParaRPr b="1"/>
          </a:p>
          <a:p>
            <a:pPr indent="0" lvl="0" marL="12700" rtl="0" algn="l">
              <a:lnSpc>
                <a:spcPct val="200000"/>
              </a:lnSpc>
              <a:spcBef>
                <a:spcPts val="600"/>
              </a:spcBef>
              <a:spcAft>
                <a:spcPts val="0"/>
              </a:spcAft>
              <a:buClr>
                <a:schemeClr val="dk1"/>
              </a:buClr>
              <a:buSzPts val="1100"/>
              <a:buFont typeface="Arial"/>
              <a:buNone/>
            </a:pPr>
            <a:r>
              <a:rPr lang="zh-CN" sz="1100">
                <a:latin typeface="Noto Sans Symbols"/>
                <a:ea typeface="Noto Sans Symbols"/>
                <a:cs typeface="Noto Sans Symbols"/>
                <a:sym typeface="Noto Sans Symbols"/>
              </a:rPr>
              <a:t>▪</a:t>
            </a:r>
            <a:r>
              <a:rPr b="1" lang="zh-CN"/>
              <a:t>Improving MTL via Dynamic Task Weighting</a:t>
            </a:r>
            <a:endParaRPr b="1"/>
          </a:p>
          <a:p>
            <a:pPr indent="0" lvl="0" marL="0" rtl="0" algn="l">
              <a:spcBef>
                <a:spcPts val="600"/>
              </a:spcBef>
              <a:spcAft>
                <a:spcPts val="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8"/>
          <p:cNvSpPr txBox="1"/>
          <p:nvPr>
            <p:ph idx="1" type="body"/>
          </p:nvPr>
        </p:nvSpPr>
        <p:spPr>
          <a:xfrm>
            <a:off x="1163241" y="2596169"/>
            <a:ext cx="6803231" cy="448866"/>
          </a:xfrm>
          <a:prstGeom prst="rect">
            <a:avLst/>
          </a:prstGeom>
          <a:noFill/>
          <a:ln>
            <a:noFill/>
          </a:ln>
        </p:spPr>
        <p:txBody>
          <a:bodyPr anchorCtr="0" anchor="t" bIns="34275" lIns="68575" spcFirstLastPara="1" rIns="68575" wrap="square" tIns="34275">
            <a:normAutofit/>
          </a:bodyPr>
          <a:lstStyle/>
          <a:p>
            <a:pPr indent="0" lvl="0" marL="0" rtl="0" algn="ctr">
              <a:lnSpc>
                <a:spcPct val="100000"/>
              </a:lnSpc>
              <a:spcBef>
                <a:spcPts val="0"/>
              </a:spcBef>
              <a:spcAft>
                <a:spcPts val="0"/>
              </a:spcAft>
              <a:buSzPts val="2000"/>
              <a:buNone/>
            </a:pPr>
            <a:r>
              <a:rPr lang="zh-CN"/>
              <a:t>Q &amp; A</a:t>
            </a:r>
            <a:endParaRPr/>
          </a:p>
        </p:txBody>
      </p:sp>
      <p:sp>
        <p:nvSpPr>
          <p:cNvPr id="514" name="Google Shape;514;p58"/>
          <p:cNvSpPr txBox="1"/>
          <p:nvPr>
            <p:ph type="title"/>
          </p:nvPr>
        </p:nvSpPr>
        <p:spPr>
          <a:xfrm>
            <a:off x="215693" y="1787236"/>
            <a:ext cx="8677297" cy="784514"/>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chemeClr val="dk1"/>
              </a:buClr>
              <a:buSzPts val="4500"/>
              <a:buFont typeface="Barlow Condensed"/>
              <a:buNone/>
            </a:pPr>
            <a:r>
              <a:rPr lang="zh-CN"/>
              <a:t>Thank you for listening</a:t>
            </a:r>
            <a:endParaRPr/>
          </a:p>
        </p:txBody>
      </p:sp>
      <p:sp>
        <p:nvSpPr>
          <p:cNvPr id="515" name="Google Shape;515;p58"/>
          <p:cNvSpPr txBox="1"/>
          <p:nvPr>
            <p:ph idx="11" type="ftr"/>
          </p:nvPr>
        </p:nvSpPr>
        <p:spPr>
          <a:xfrm>
            <a:off x="194912" y="4751482"/>
            <a:ext cx="3919888" cy="187753"/>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zh-CN"/>
              <a:t>PRESENTATION TITLE</a:t>
            </a:r>
            <a:endParaRPr/>
          </a:p>
        </p:txBody>
      </p:sp>
      <p:sp>
        <p:nvSpPr>
          <p:cNvPr id="516" name="Google Shape;516;p58"/>
          <p:cNvSpPr txBox="1"/>
          <p:nvPr>
            <p:ph idx="12" type="sldNum"/>
          </p:nvPr>
        </p:nvSpPr>
        <p:spPr>
          <a:xfrm>
            <a:off x="4191000" y="4751482"/>
            <a:ext cx="762000" cy="187753"/>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zh-CN"/>
              <a:t>PAGE  </a:t>
            </a:r>
            <a:fld id="{00000000-1234-1234-1234-123412341234}" type="slidenum">
              <a:rPr lang="zh-CN"/>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ofWaterloo_WhiteBkgrd">
  <a:themeElements>
    <a:clrScheme name="UWaterloo">
      <a:dk1>
        <a:srgbClr val="000000"/>
      </a:dk1>
      <a:lt1>
        <a:srgbClr val="FFFFFF"/>
      </a:lt1>
      <a:dk2>
        <a:srgbClr val="787878"/>
      </a:dk2>
      <a:lt2>
        <a:srgbClr val="DFDFDF"/>
      </a:lt2>
      <a:accent1>
        <a:srgbClr val="F2EDA8"/>
      </a:accent1>
      <a:accent2>
        <a:srgbClr val="FAE100"/>
      </a:accent2>
      <a:accent3>
        <a:srgbClr val="FED34C"/>
      </a:accent3>
      <a:accent4>
        <a:srgbClr val="EBAB00"/>
      </a:accent4>
      <a:accent5>
        <a:srgbClr val="BB0F33"/>
      </a:accent5>
      <a:accent6>
        <a:srgbClr val="A2A2A2"/>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